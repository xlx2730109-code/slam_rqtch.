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2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3D1C7D-1510-4C8E-A5F2-0EE6DBEF1A89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DB479AB-0485-4252-8DF8-5842655206C2}">
      <dgm:prSet custT="1"/>
      <dgm:spPr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5715" tIns="5715" rIns="5715" bIns="5715" numCol="1" spcCol="1270" anchor="ctr" anchorCtr="0"/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solidFill>
                <a:prstClr val="white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29.4V</a:t>
          </a:r>
          <a:r>
            <a:rPr lang="zh-CN" sz="900" kern="1200">
              <a:solidFill>
                <a:prstClr val="white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锂电池</a:t>
          </a:r>
        </a:p>
      </dgm:t>
    </dgm:pt>
    <dgm:pt modelId="{776494A7-6A39-49B0-BF58-35C96F3F8287}" type="parTrans" cxnId="{5FF76EEA-57AC-485E-94E2-E1C7D225C069}">
      <dgm:prSet/>
      <dgm:spPr/>
      <dgm:t>
        <a:bodyPr/>
        <a:lstStyle/>
        <a:p>
          <a:endParaRPr lang="zh-CN" altLang="en-US"/>
        </a:p>
      </dgm:t>
    </dgm:pt>
    <dgm:pt modelId="{74E6139E-C80D-4083-8701-C7CFAF949AA1}" type="sibTrans" cxnId="{5FF76EEA-57AC-485E-94E2-E1C7D225C069}">
      <dgm:prSet/>
      <dgm:spPr/>
      <dgm:t>
        <a:bodyPr/>
        <a:lstStyle/>
        <a:p>
          <a:endParaRPr lang="zh-CN" altLang="en-US"/>
        </a:p>
      </dgm:t>
    </dgm:pt>
    <dgm:pt modelId="{2724C2C7-A605-41DB-994D-5D7C89B68805}">
      <dgm:prSet/>
      <dgm:spPr/>
      <dgm:t>
        <a:bodyPr/>
        <a:lstStyle/>
        <a:p>
          <a:r>
            <a:rPr lang="zh-CN"/>
            <a:t>灭火电机</a:t>
          </a:r>
          <a:r>
            <a:rPr lang="en-US"/>
            <a:t>1</a:t>
          </a:r>
          <a:r>
            <a:rPr lang="zh-CN"/>
            <a:t>驱动</a:t>
          </a:r>
        </a:p>
      </dgm:t>
    </dgm:pt>
    <dgm:pt modelId="{C055CB0A-A0F6-4316-BE74-391618A69A43}" type="parTrans" cxnId="{2B925499-D763-4F76-AC9E-13363B9D697A}">
      <dgm:prSet/>
      <dgm:spPr/>
      <dgm:t>
        <a:bodyPr/>
        <a:lstStyle/>
        <a:p>
          <a:endParaRPr lang="zh-CN" altLang="en-US"/>
        </a:p>
      </dgm:t>
    </dgm:pt>
    <dgm:pt modelId="{D4E9FD1D-F0DA-476B-A1A3-27150682C94A}" type="sibTrans" cxnId="{2B925499-D763-4F76-AC9E-13363B9D697A}">
      <dgm:prSet/>
      <dgm:spPr/>
      <dgm:t>
        <a:bodyPr/>
        <a:lstStyle/>
        <a:p>
          <a:endParaRPr lang="zh-CN" altLang="en-US"/>
        </a:p>
      </dgm:t>
    </dgm:pt>
    <dgm:pt modelId="{207F6C17-19D2-4F16-A162-937B84DEEFA7}">
      <dgm:prSet/>
      <dgm:spPr/>
      <dgm:t>
        <a:bodyPr/>
        <a:lstStyle/>
        <a:p>
          <a:r>
            <a:rPr lang="zh-CN"/>
            <a:t>灭火电机</a:t>
          </a:r>
          <a:r>
            <a:rPr lang="en-US"/>
            <a:t>2</a:t>
          </a:r>
          <a:r>
            <a:rPr lang="zh-CN"/>
            <a:t>驱动</a:t>
          </a:r>
        </a:p>
      </dgm:t>
    </dgm:pt>
    <dgm:pt modelId="{9AA6DBC1-789F-4E6B-9E9D-DA7E33DAA59F}" type="parTrans" cxnId="{3057AB6C-CEB3-4BD5-92E8-AA95E9E377C3}">
      <dgm:prSet/>
      <dgm:spPr/>
      <dgm:t>
        <a:bodyPr/>
        <a:lstStyle/>
        <a:p>
          <a:endParaRPr lang="zh-CN" altLang="en-US"/>
        </a:p>
      </dgm:t>
    </dgm:pt>
    <dgm:pt modelId="{2934FBE3-6C91-41AF-A282-45978523095F}" type="sibTrans" cxnId="{3057AB6C-CEB3-4BD5-92E8-AA95E9E377C3}">
      <dgm:prSet/>
      <dgm:spPr/>
      <dgm:t>
        <a:bodyPr/>
        <a:lstStyle/>
        <a:p>
          <a:endParaRPr lang="zh-CN" altLang="en-US"/>
        </a:p>
      </dgm:t>
    </dgm:pt>
    <dgm:pt modelId="{DE529F8F-10A9-4DEB-B3A9-5DF3DCA9153D}">
      <dgm:prSet/>
      <dgm:spPr/>
      <dgm:t>
        <a:bodyPr/>
        <a:lstStyle/>
        <a:p>
          <a:r>
            <a:rPr lang="en-US" dirty="0"/>
            <a:t>AC220V</a:t>
          </a:r>
          <a:r>
            <a:rPr lang="zh-CN" dirty="0"/>
            <a:t>逆变器</a:t>
          </a:r>
        </a:p>
      </dgm:t>
    </dgm:pt>
    <dgm:pt modelId="{EB4C4A4B-C91D-4E34-9003-25B0EAEB7103}" type="parTrans" cxnId="{5D42E67A-6A5A-4C83-A933-E04372B84B46}">
      <dgm:prSet/>
      <dgm:spPr/>
      <dgm:t>
        <a:bodyPr/>
        <a:lstStyle/>
        <a:p>
          <a:endParaRPr lang="zh-CN" altLang="en-US"/>
        </a:p>
      </dgm:t>
    </dgm:pt>
    <dgm:pt modelId="{38BF1D6C-051C-4E6A-9C4A-93C0A0B6B4DA}" type="sibTrans" cxnId="{5D42E67A-6A5A-4C83-A933-E04372B84B46}">
      <dgm:prSet/>
      <dgm:spPr/>
      <dgm:t>
        <a:bodyPr/>
        <a:lstStyle/>
        <a:p>
          <a:endParaRPr lang="zh-CN" altLang="en-US"/>
        </a:p>
      </dgm:t>
    </dgm:pt>
    <dgm:pt modelId="{4B1D9538-97D3-4EB0-9802-E134859F7314}">
      <dgm:prSet/>
      <dgm:spPr/>
      <dgm:t>
        <a:bodyPr/>
        <a:lstStyle/>
        <a:p>
          <a:r>
            <a:rPr lang="en-US"/>
            <a:t>5V</a:t>
          </a:r>
          <a:r>
            <a:rPr lang="zh-CN"/>
            <a:t>开关电源</a:t>
          </a:r>
        </a:p>
      </dgm:t>
    </dgm:pt>
    <dgm:pt modelId="{474376FC-3391-4544-B3A4-524EBC7903E0}" type="parTrans" cxnId="{3CC66866-B144-4B44-BF98-14408F6ED2A3}">
      <dgm:prSet/>
      <dgm:spPr/>
      <dgm:t>
        <a:bodyPr/>
        <a:lstStyle/>
        <a:p>
          <a:endParaRPr lang="zh-CN" altLang="en-US"/>
        </a:p>
      </dgm:t>
    </dgm:pt>
    <dgm:pt modelId="{28049852-82F3-44A4-8724-25B10A0368DD}" type="sibTrans" cxnId="{3CC66866-B144-4B44-BF98-14408F6ED2A3}">
      <dgm:prSet/>
      <dgm:spPr/>
      <dgm:t>
        <a:bodyPr/>
        <a:lstStyle/>
        <a:p>
          <a:endParaRPr lang="zh-CN" altLang="en-US"/>
        </a:p>
      </dgm:t>
    </dgm:pt>
    <dgm:pt modelId="{627026E5-FC94-4AB8-9C3C-B9D4824E6B4E}">
      <dgm:prSet/>
      <dgm:spPr/>
      <dgm:t>
        <a:bodyPr/>
        <a:lstStyle/>
        <a:p>
          <a:r>
            <a:rPr lang="en-US"/>
            <a:t>ESP32</a:t>
          </a:r>
          <a:endParaRPr lang="zh-CN"/>
        </a:p>
      </dgm:t>
    </dgm:pt>
    <dgm:pt modelId="{24FAC70E-E3DC-49E6-858A-75D375D8D01A}" type="parTrans" cxnId="{EF9FD2A9-664C-4156-AFB2-FAB314A4BADD}">
      <dgm:prSet/>
      <dgm:spPr/>
      <dgm:t>
        <a:bodyPr/>
        <a:lstStyle/>
        <a:p>
          <a:endParaRPr lang="zh-CN" altLang="en-US"/>
        </a:p>
      </dgm:t>
    </dgm:pt>
    <dgm:pt modelId="{DB83078E-4264-4099-A84A-B6671D6C56B8}" type="sibTrans" cxnId="{EF9FD2A9-664C-4156-AFB2-FAB314A4BADD}">
      <dgm:prSet/>
      <dgm:spPr/>
      <dgm:t>
        <a:bodyPr/>
        <a:lstStyle/>
        <a:p>
          <a:endParaRPr lang="zh-CN" altLang="en-US"/>
        </a:p>
      </dgm:t>
    </dgm:pt>
    <dgm:pt modelId="{6AB9DDDC-0BB3-4C0B-A4F6-33B02B9B2C46}">
      <dgm:prSet/>
      <dgm:spPr/>
      <dgm:t>
        <a:bodyPr/>
        <a:lstStyle/>
        <a:p>
          <a:r>
            <a:rPr lang="zh-CN" dirty="0"/>
            <a:t>补光灯</a:t>
          </a:r>
        </a:p>
      </dgm:t>
    </dgm:pt>
    <dgm:pt modelId="{9C7953E0-ED54-412B-B03E-46EF7A836D4D}" type="parTrans" cxnId="{32F0BFC0-23D9-43CD-941D-72A8DD51B812}">
      <dgm:prSet/>
      <dgm:spPr/>
      <dgm:t>
        <a:bodyPr/>
        <a:lstStyle/>
        <a:p>
          <a:endParaRPr lang="zh-CN" altLang="en-US"/>
        </a:p>
      </dgm:t>
    </dgm:pt>
    <dgm:pt modelId="{C9D5B15A-DB5C-4FF8-B654-8AF38D7B32EE}" type="sibTrans" cxnId="{32F0BFC0-23D9-43CD-941D-72A8DD51B812}">
      <dgm:prSet/>
      <dgm:spPr/>
      <dgm:t>
        <a:bodyPr/>
        <a:lstStyle/>
        <a:p>
          <a:endParaRPr lang="zh-CN" altLang="en-US"/>
        </a:p>
      </dgm:t>
    </dgm:pt>
    <dgm:pt modelId="{60BC206B-BC01-4408-8DE2-C627C313D093}">
      <dgm:prSet/>
      <dgm:spPr/>
      <dgm:t>
        <a:bodyPr/>
        <a:lstStyle/>
        <a:p>
          <a:r>
            <a:rPr lang="en-US" dirty="0"/>
            <a:t>8.4V</a:t>
          </a:r>
          <a:r>
            <a:rPr lang="zh-CN" dirty="0"/>
            <a:t>开关电源</a:t>
          </a:r>
        </a:p>
      </dgm:t>
    </dgm:pt>
    <dgm:pt modelId="{BCA8E4B3-0D51-410D-B74A-DF500EC7C1E1}" type="parTrans" cxnId="{16201479-9793-40DA-BEA1-5C959A1DEECF}">
      <dgm:prSet/>
      <dgm:spPr/>
      <dgm:t>
        <a:bodyPr/>
        <a:lstStyle/>
        <a:p>
          <a:endParaRPr lang="zh-CN" altLang="en-US"/>
        </a:p>
      </dgm:t>
    </dgm:pt>
    <dgm:pt modelId="{0F872033-D7B0-4480-9995-896C93E0C6A8}" type="sibTrans" cxnId="{16201479-9793-40DA-BEA1-5C959A1DEECF}">
      <dgm:prSet/>
      <dgm:spPr/>
      <dgm:t>
        <a:bodyPr/>
        <a:lstStyle/>
        <a:p>
          <a:endParaRPr lang="zh-CN" altLang="en-US"/>
        </a:p>
      </dgm:t>
    </dgm:pt>
    <dgm:pt modelId="{7EF22EBC-1077-4037-B0E3-6F86F41C4141}">
      <dgm:prSet/>
      <dgm:spPr/>
      <dgm:t>
        <a:bodyPr/>
        <a:lstStyle/>
        <a:p>
          <a:r>
            <a:rPr lang="en-US" dirty="0"/>
            <a:t>12V</a:t>
          </a:r>
          <a:r>
            <a:rPr lang="zh-CN" dirty="0"/>
            <a:t>开关电源</a:t>
          </a:r>
        </a:p>
      </dgm:t>
    </dgm:pt>
    <dgm:pt modelId="{9CFBE822-2BE4-490A-817F-3C25BAF778C0}" type="parTrans" cxnId="{9A8DDA7C-A601-4E5C-83DC-7FF598FA1514}">
      <dgm:prSet/>
      <dgm:spPr/>
      <dgm:t>
        <a:bodyPr/>
        <a:lstStyle/>
        <a:p>
          <a:endParaRPr lang="zh-CN" altLang="en-US"/>
        </a:p>
      </dgm:t>
    </dgm:pt>
    <dgm:pt modelId="{70DF2EBF-917A-4CE5-B11A-8CCE50C8350F}" type="sibTrans" cxnId="{9A8DDA7C-A601-4E5C-83DC-7FF598FA1514}">
      <dgm:prSet/>
      <dgm:spPr/>
      <dgm:t>
        <a:bodyPr/>
        <a:lstStyle/>
        <a:p>
          <a:endParaRPr lang="zh-CN" altLang="en-US"/>
        </a:p>
      </dgm:t>
    </dgm:pt>
    <dgm:pt modelId="{DE83B387-A04A-434B-A753-CF9B25F92A42}">
      <dgm:prSet/>
      <dgm:spPr/>
      <dgm:t>
        <a:bodyPr/>
        <a:lstStyle/>
        <a:p>
          <a:r>
            <a:rPr lang="en-US" dirty="0"/>
            <a:t>19V</a:t>
          </a:r>
          <a:r>
            <a:rPr lang="zh-CN" dirty="0"/>
            <a:t>开关电源</a:t>
          </a:r>
        </a:p>
      </dgm:t>
    </dgm:pt>
    <dgm:pt modelId="{A5D7B1A4-BD00-450D-AAEC-6A25B40F8207}" type="parTrans" cxnId="{B2F6188B-EA8C-4834-93A7-7A9CDB579777}">
      <dgm:prSet/>
      <dgm:spPr/>
      <dgm:t>
        <a:bodyPr/>
        <a:lstStyle/>
        <a:p>
          <a:endParaRPr lang="zh-CN" altLang="en-US"/>
        </a:p>
      </dgm:t>
    </dgm:pt>
    <dgm:pt modelId="{97E23494-2805-4494-9475-EF484CF5A230}" type="sibTrans" cxnId="{B2F6188B-EA8C-4834-93A7-7A9CDB579777}">
      <dgm:prSet/>
      <dgm:spPr/>
      <dgm:t>
        <a:bodyPr/>
        <a:lstStyle/>
        <a:p>
          <a:endParaRPr lang="zh-CN" altLang="en-US"/>
        </a:p>
      </dgm:t>
    </dgm:pt>
    <dgm:pt modelId="{F22B55D2-FEE4-4AB0-A6F5-1D0F525E8D11}">
      <dgm:prSet/>
      <dgm:spPr/>
      <dgm:t>
        <a:bodyPr/>
        <a:lstStyle/>
        <a:p>
          <a:r>
            <a:rPr lang="en-US" dirty="0"/>
            <a:t>24V</a:t>
          </a:r>
          <a:r>
            <a:rPr lang="zh-CN" dirty="0"/>
            <a:t>开关电源</a:t>
          </a:r>
        </a:p>
      </dgm:t>
    </dgm:pt>
    <dgm:pt modelId="{51C23967-B46E-4F96-BA4D-A57D4E35FF1C}" type="parTrans" cxnId="{F86BBD81-993C-4A75-A9C6-96F97FB24462}">
      <dgm:prSet/>
      <dgm:spPr/>
      <dgm:t>
        <a:bodyPr/>
        <a:lstStyle/>
        <a:p>
          <a:endParaRPr lang="zh-CN" altLang="en-US"/>
        </a:p>
      </dgm:t>
    </dgm:pt>
    <dgm:pt modelId="{EE828DDE-FF64-4C60-89C6-502F150935F6}" type="sibTrans" cxnId="{F86BBD81-993C-4A75-A9C6-96F97FB24462}">
      <dgm:prSet/>
      <dgm:spPr/>
      <dgm:t>
        <a:bodyPr/>
        <a:lstStyle/>
        <a:p>
          <a:endParaRPr lang="zh-CN" altLang="en-US"/>
        </a:p>
      </dgm:t>
    </dgm:pt>
    <dgm:pt modelId="{50C85559-9B37-44F2-A38E-1B525B3E0CBC}">
      <dgm:prSet/>
      <dgm:spPr/>
      <dgm:t>
        <a:bodyPr/>
        <a:lstStyle/>
        <a:p>
          <a:r>
            <a:rPr lang="zh-CN" altLang="en-US" dirty="0"/>
            <a:t>蜂鸣器</a:t>
          </a:r>
          <a:endParaRPr lang="zh-CN" dirty="0"/>
        </a:p>
      </dgm:t>
    </dgm:pt>
    <dgm:pt modelId="{A50C06CF-8CB7-4BB1-BF34-41099A562E68}" type="parTrans" cxnId="{0590E1E4-0312-4481-AB97-F501654E75C9}">
      <dgm:prSet/>
      <dgm:spPr/>
      <dgm:t>
        <a:bodyPr/>
        <a:lstStyle/>
        <a:p>
          <a:endParaRPr lang="zh-CN" altLang="en-US"/>
        </a:p>
      </dgm:t>
    </dgm:pt>
    <dgm:pt modelId="{E51DFC23-C7BF-4A67-94CE-B1CA096FFBE6}" type="sibTrans" cxnId="{0590E1E4-0312-4481-AB97-F501654E75C9}">
      <dgm:prSet/>
      <dgm:spPr/>
      <dgm:t>
        <a:bodyPr/>
        <a:lstStyle/>
        <a:p>
          <a:endParaRPr lang="zh-CN" altLang="en-US"/>
        </a:p>
      </dgm:t>
    </dgm:pt>
    <dgm:pt modelId="{31B9158F-2F7C-43E1-B380-6491AE22F21E}">
      <dgm:prSet/>
      <dgm:spPr/>
      <dgm:t>
        <a:bodyPr/>
        <a:lstStyle/>
        <a:p>
          <a:r>
            <a:rPr lang="zh-CN" altLang="en-US" dirty="0"/>
            <a:t>状态指示灯</a:t>
          </a:r>
          <a:endParaRPr lang="zh-CN" dirty="0"/>
        </a:p>
      </dgm:t>
    </dgm:pt>
    <dgm:pt modelId="{AEF47051-5759-4DCD-ACA8-A56CECD51E87}" type="parTrans" cxnId="{3F556AB4-9F7D-4FCE-A4D2-F4F8D6A448ED}">
      <dgm:prSet/>
      <dgm:spPr/>
      <dgm:t>
        <a:bodyPr/>
        <a:lstStyle/>
        <a:p>
          <a:endParaRPr lang="zh-CN" altLang="en-US"/>
        </a:p>
      </dgm:t>
    </dgm:pt>
    <dgm:pt modelId="{D0C064CF-83A6-40E8-A73E-49B392C7A54C}" type="sibTrans" cxnId="{3F556AB4-9F7D-4FCE-A4D2-F4F8D6A448ED}">
      <dgm:prSet/>
      <dgm:spPr/>
      <dgm:t>
        <a:bodyPr/>
        <a:lstStyle/>
        <a:p>
          <a:endParaRPr lang="zh-CN" altLang="en-US"/>
        </a:p>
      </dgm:t>
    </dgm:pt>
    <dgm:pt modelId="{57728E35-5DF9-4AB3-B609-BBB9EA484B99}">
      <dgm:prSet/>
      <dgm:spPr/>
      <dgm:t>
        <a:bodyPr/>
        <a:lstStyle/>
        <a:p>
          <a:r>
            <a:rPr lang="zh-CN" altLang="en-US" dirty="0"/>
            <a:t>烟雾传感器</a:t>
          </a:r>
          <a:endParaRPr lang="zh-CN" dirty="0"/>
        </a:p>
      </dgm:t>
    </dgm:pt>
    <dgm:pt modelId="{34B85BD1-0A44-40C0-913B-BB29DBF3BA2A}" type="parTrans" cxnId="{4BE6442F-C03B-4CE6-A853-039C20808055}">
      <dgm:prSet/>
      <dgm:spPr/>
      <dgm:t>
        <a:bodyPr/>
        <a:lstStyle/>
        <a:p>
          <a:endParaRPr lang="zh-CN" altLang="en-US"/>
        </a:p>
      </dgm:t>
    </dgm:pt>
    <dgm:pt modelId="{863B857D-EF74-4805-AAFD-7161E907B2CE}" type="sibTrans" cxnId="{4BE6442F-C03B-4CE6-A853-039C20808055}">
      <dgm:prSet/>
      <dgm:spPr/>
      <dgm:t>
        <a:bodyPr/>
        <a:lstStyle/>
        <a:p>
          <a:endParaRPr lang="zh-CN" altLang="en-US"/>
        </a:p>
      </dgm:t>
    </dgm:pt>
    <dgm:pt modelId="{C4F778F5-7D12-487B-BB41-E0E4696F33DC}">
      <dgm:prSet/>
      <dgm:spPr/>
      <dgm:t>
        <a:bodyPr/>
        <a:lstStyle/>
        <a:p>
          <a:r>
            <a:rPr lang="zh-CN" altLang="en-US" dirty="0"/>
            <a:t>燃气传感器</a:t>
          </a:r>
          <a:endParaRPr lang="zh-CN" dirty="0"/>
        </a:p>
      </dgm:t>
    </dgm:pt>
    <dgm:pt modelId="{F4371BA4-5853-4E3D-ABD7-F930571F75E9}" type="parTrans" cxnId="{E104C5C7-DBDE-43FA-B654-37861A04E989}">
      <dgm:prSet/>
      <dgm:spPr/>
      <dgm:t>
        <a:bodyPr/>
        <a:lstStyle/>
        <a:p>
          <a:endParaRPr lang="zh-CN" altLang="en-US"/>
        </a:p>
      </dgm:t>
    </dgm:pt>
    <dgm:pt modelId="{63507497-F22F-401E-B85D-D69FB6D674D3}" type="sibTrans" cxnId="{E104C5C7-DBDE-43FA-B654-37861A04E989}">
      <dgm:prSet/>
      <dgm:spPr/>
      <dgm:t>
        <a:bodyPr/>
        <a:lstStyle/>
        <a:p>
          <a:endParaRPr lang="zh-CN" altLang="en-US"/>
        </a:p>
      </dgm:t>
    </dgm:pt>
    <dgm:pt modelId="{AB3D5387-AD04-4163-B41C-782E7B97D938}">
      <dgm:prSet/>
      <dgm:spPr/>
      <dgm:t>
        <a:bodyPr/>
        <a:lstStyle/>
        <a:p>
          <a:r>
            <a:rPr lang="zh-CN" altLang="en-US" dirty="0"/>
            <a:t>遥控接收机</a:t>
          </a:r>
          <a:endParaRPr lang="zh-CN" dirty="0"/>
        </a:p>
      </dgm:t>
    </dgm:pt>
    <dgm:pt modelId="{11BB156A-7F57-4406-BFC8-E17684AA7407}" type="parTrans" cxnId="{01DF50C0-3F35-480B-BFD0-4234E8744650}">
      <dgm:prSet/>
      <dgm:spPr/>
      <dgm:t>
        <a:bodyPr/>
        <a:lstStyle/>
        <a:p>
          <a:endParaRPr lang="zh-CN" altLang="en-US"/>
        </a:p>
      </dgm:t>
    </dgm:pt>
    <dgm:pt modelId="{4860B04A-A5D5-43AD-9191-434B97083BF4}" type="sibTrans" cxnId="{01DF50C0-3F35-480B-BFD0-4234E8744650}">
      <dgm:prSet/>
      <dgm:spPr/>
      <dgm:t>
        <a:bodyPr/>
        <a:lstStyle/>
        <a:p>
          <a:endParaRPr lang="zh-CN" altLang="en-US"/>
        </a:p>
      </dgm:t>
    </dgm:pt>
    <dgm:pt modelId="{4E26E5F2-BD6E-4F56-AAEB-A9097723A495}">
      <dgm:prSet/>
      <dgm:spPr/>
      <dgm:t>
        <a:bodyPr/>
        <a:lstStyle/>
        <a:p>
          <a:r>
            <a:rPr lang="en-US" altLang="zh-CN" dirty="0"/>
            <a:t>USB Hub</a:t>
          </a:r>
          <a:endParaRPr lang="zh-CN" dirty="0"/>
        </a:p>
      </dgm:t>
    </dgm:pt>
    <dgm:pt modelId="{C1524704-32A5-481D-A6A4-76B55EF1AC54}" type="parTrans" cxnId="{923956C7-386A-4803-AE54-E7BCB5750FC6}">
      <dgm:prSet/>
      <dgm:spPr/>
      <dgm:t>
        <a:bodyPr/>
        <a:lstStyle/>
        <a:p>
          <a:endParaRPr lang="zh-CN" altLang="en-US"/>
        </a:p>
      </dgm:t>
    </dgm:pt>
    <dgm:pt modelId="{98488E1F-18C1-4F11-953B-010C1C4EE73B}" type="sibTrans" cxnId="{923956C7-386A-4803-AE54-E7BCB5750FC6}">
      <dgm:prSet/>
      <dgm:spPr/>
      <dgm:t>
        <a:bodyPr/>
        <a:lstStyle/>
        <a:p>
          <a:endParaRPr lang="zh-CN" altLang="en-US"/>
        </a:p>
      </dgm:t>
    </dgm:pt>
    <dgm:pt modelId="{6975AF50-8DE6-4E6C-B09D-125DFDE6A017}">
      <dgm:prSet/>
      <dgm:spPr/>
      <dgm:t>
        <a:bodyPr/>
        <a:lstStyle/>
        <a:p>
          <a:r>
            <a:rPr lang="zh-CN" altLang="en-US" dirty="0"/>
            <a:t>隐患识别相机</a:t>
          </a:r>
          <a:endParaRPr lang="zh-CN" dirty="0"/>
        </a:p>
      </dgm:t>
    </dgm:pt>
    <dgm:pt modelId="{4E0643B4-7133-4A58-88E3-E3B6CCC4E905}" type="parTrans" cxnId="{30D2C5FD-97D2-4618-91A6-AF3165130611}">
      <dgm:prSet/>
      <dgm:spPr/>
      <dgm:t>
        <a:bodyPr/>
        <a:lstStyle/>
        <a:p>
          <a:endParaRPr lang="zh-CN" altLang="en-US"/>
        </a:p>
      </dgm:t>
    </dgm:pt>
    <dgm:pt modelId="{499EBDFB-8BBD-421D-8290-B9D1846AC88A}" type="sibTrans" cxnId="{30D2C5FD-97D2-4618-91A6-AF3165130611}">
      <dgm:prSet/>
      <dgm:spPr/>
      <dgm:t>
        <a:bodyPr/>
        <a:lstStyle/>
        <a:p>
          <a:endParaRPr lang="zh-CN" altLang="en-US"/>
        </a:p>
      </dgm:t>
    </dgm:pt>
    <dgm:pt modelId="{2ADFC647-5341-48DB-BCFA-155E0BBC9FF5}">
      <dgm:prSet/>
      <dgm:spPr/>
      <dgm:t>
        <a:bodyPr/>
        <a:lstStyle/>
        <a:p>
          <a:r>
            <a:rPr lang="zh-CN" altLang="en-US" dirty="0"/>
            <a:t>热成像相机</a:t>
          </a:r>
          <a:endParaRPr lang="zh-CN" dirty="0"/>
        </a:p>
      </dgm:t>
    </dgm:pt>
    <dgm:pt modelId="{9955F1C3-9BFA-4268-88B5-E4BFB0354FBF}" type="parTrans" cxnId="{EDDC0FBC-9D8A-4465-9E82-36BA598F2771}">
      <dgm:prSet/>
      <dgm:spPr/>
      <dgm:t>
        <a:bodyPr/>
        <a:lstStyle/>
        <a:p>
          <a:endParaRPr lang="zh-CN" altLang="en-US"/>
        </a:p>
      </dgm:t>
    </dgm:pt>
    <dgm:pt modelId="{5FD99E4C-3030-45DC-A9CC-B915CDAA067D}" type="sibTrans" cxnId="{EDDC0FBC-9D8A-4465-9E82-36BA598F2771}">
      <dgm:prSet/>
      <dgm:spPr/>
      <dgm:t>
        <a:bodyPr/>
        <a:lstStyle/>
        <a:p>
          <a:endParaRPr lang="zh-CN" altLang="en-US"/>
        </a:p>
      </dgm:t>
    </dgm:pt>
    <dgm:pt modelId="{817B4F66-2961-4859-A02E-0E8D1685A9A4}">
      <dgm:prSet/>
      <dgm:spPr/>
      <dgm:t>
        <a:bodyPr/>
        <a:lstStyle/>
        <a:p>
          <a:r>
            <a:rPr lang="zh-CN" altLang="en-US" dirty="0"/>
            <a:t>导航前向相机</a:t>
          </a:r>
          <a:endParaRPr lang="zh-CN" dirty="0"/>
        </a:p>
      </dgm:t>
    </dgm:pt>
    <dgm:pt modelId="{FD05CC81-27BB-4D4D-A3CA-96D037AD2745}" type="parTrans" cxnId="{BCB5CDCE-296A-41DE-9034-2E95FACA7B04}">
      <dgm:prSet/>
      <dgm:spPr/>
      <dgm:t>
        <a:bodyPr/>
        <a:lstStyle/>
        <a:p>
          <a:endParaRPr lang="zh-CN" altLang="en-US"/>
        </a:p>
      </dgm:t>
    </dgm:pt>
    <dgm:pt modelId="{AEF1257F-8D88-4B19-8211-C089DD915D13}" type="sibTrans" cxnId="{BCB5CDCE-296A-41DE-9034-2E95FACA7B04}">
      <dgm:prSet/>
      <dgm:spPr/>
      <dgm:t>
        <a:bodyPr/>
        <a:lstStyle/>
        <a:p>
          <a:endParaRPr lang="zh-CN" altLang="en-US"/>
        </a:p>
      </dgm:t>
    </dgm:pt>
    <dgm:pt modelId="{00B9ED07-DB44-4D39-91D8-A1A6815C6BEA}">
      <dgm:prSet/>
      <dgm:spPr/>
      <dgm:t>
        <a:bodyPr/>
        <a:lstStyle/>
        <a:p>
          <a:r>
            <a:rPr lang="zh-CN" altLang="en-US" dirty="0"/>
            <a:t>导航后向相机</a:t>
          </a:r>
          <a:endParaRPr lang="zh-CN" dirty="0"/>
        </a:p>
      </dgm:t>
    </dgm:pt>
    <dgm:pt modelId="{37FC287D-A9B6-46EE-9F57-B6172D2C869E}" type="parTrans" cxnId="{A3D0BD8C-E94D-4595-BD52-631E0B90CF16}">
      <dgm:prSet/>
      <dgm:spPr/>
      <dgm:t>
        <a:bodyPr/>
        <a:lstStyle/>
        <a:p>
          <a:endParaRPr lang="zh-CN" altLang="en-US"/>
        </a:p>
      </dgm:t>
    </dgm:pt>
    <dgm:pt modelId="{617C07C4-962B-4903-8FC8-2A0BBFA6FA50}" type="sibTrans" cxnId="{A3D0BD8C-E94D-4595-BD52-631E0B90CF16}">
      <dgm:prSet/>
      <dgm:spPr/>
      <dgm:t>
        <a:bodyPr/>
        <a:lstStyle/>
        <a:p>
          <a:endParaRPr lang="zh-CN" altLang="en-US"/>
        </a:p>
      </dgm:t>
    </dgm:pt>
    <dgm:pt modelId="{01BA77BE-8FAC-4970-B185-EEAEB2A8DA5E}">
      <dgm:prSet/>
      <dgm:spPr/>
      <dgm:t>
        <a:bodyPr/>
        <a:lstStyle/>
        <a:p>
          <a:r>
            <a:rPr lang="zh-CN" altLang="en-US" dirty="0"/>
            <a:t>键盘鼠标</a:t>
          </a:r>
          <a:endParaRPr lang="zh-CN" dirty="0"/>
        </a:p>
      </dgm:t>
    </dgm:pt>
    <dgm:pt modelId="{4394B275-778F-4507-96F9-0587FA8CCC3B}" type="parTrans" cxnId="{515E2D9E-4E75-4774-B878-AB5CD125D8C7}">
      <dgm:prSet/>
      <dgm:spPr/>
      <dgm:t>
        <a:bodyPr/>
        <a:lstStyle/>
        <a:p>
          <a:endParaRPr lang="zh-CN" altLang="en-US"/>
        </a:p>
      </dgm:t>
    </dgm:pt>
    <dgm:pt modelId="{294A6B26-1425-4272-A870-CE0914D9AA10}" type="sibTrans" cxnId="{515E2D9E-4E75-4774-B878-AB5CD125D8C7}">
      <dgm:prSet/>
      <dgm:spPr/>
      <dgm:t>
        <a:bodyPr/>
        <a:lstStyle/>
        <a:p>
          <a:endParaRPr lang="zh-CN" altLang="en-US"/>
        </a:p>
      </dgm:t>
    </dgm:pt>
    <dgm:pt modelId="{23BF5EEF-90B5-4C8A-8BB1-CC2657D2BAD8}">
      <dgm:prSet/>
      <dgm:spPr/>
      <dgm:t>
        <a:bodyPr/>
        <a:lstStyle/>
        <a:p>
          <a:r>
            <a:rPr lang="zh-CN" altLang="en-US" dirty="0"/>
            <a:t>云台俯仰舵机</a:t>
          </a:r>
          <a:endParaRPr lang="zh-CN" dirty="0"/>
        </a:p>
      </dgm:t>
    </dgm:pt>
    <dgm:pt modelId="{EE54978A-D72F-446B-AE5A-85795E4597C1}" type="parTrans" cxnId="{7E7E28EA-8DB7-4280-A982-2434AAD090B1}">
      <dgm:prSet/>
      <dgm:spPr/>
      <dgm:t>
        <a:bodyPr/>
        <a:lstStyle/>
        <a:p>
          <a:endParaRPr lang="zh-CN" altLang="en-US"/>
        </a:p>
      </dgm:t>
    </dgm:pt>
    <dgm:pt modelId="{19588219-AF0A-47AA-A563-41FA98F6FEF6}" type="sibTrans" cxnId="{7E7E28EA-8DB7-4280-A982-2434AAD090B1}">
      <dgm:prSet/>
      <dgm:spPr/>
      <dgm:t>
        <a:bodyPr/>
        <a:lstStyle/>
        <a:p>
          <a:endParaRPr lang="zh-CN" altLang="en-US"/>
        </a:p>
      </dgm:t>
    </dgm:pt>
    <dgm:pt modelId="{58ED04FD-DE25-4C91-825C-1795F3E36D24}">
      <dgm:prSet/>
      <dgm:spPr/>
      <dgm:t>
        <a:bodyPr/>
        <a:lstStyle/>
        <a:p>
          <a:r>
            <a:rPr lang="zh-CN" altLang="en-US" dirty="0"/>
            <a:t>云台偏航舵机</a:t>
          </a:r>
          <a:endParaRPr lang="zh-CN" dirty="0"/>
        </a:p>
      </dgm:t>
    </dgm:pt>
    <dgm:pt modelId="{8775EF41-83EE-4ED1-8CB2-44B8CB3249DA}" type="parTrans" cxnId="{129B2BDE-AEA5-4D66-8253-1BEACB0689AD}">
      <dgm:prSet/>
      <dgm:spPr/>
      <dgm:t>
        <a:bodyPr/>
        <a:lstStyle/>
        <a:p>
          <a:endParaRPr lang="zh-CN" altLang="en-US"/>
        </a:p>
      </dgm:t>
    </dgm:pt>
    <dgm:pt modelId="{3D7DF0A5-693F-4DE4-B343-67CA3E989E13}" type="sibTrans" cxnId="{129B2BDE-AEA5-4D66-8253-1BEACB0689AD}">
      <dgm:prSet/>
      <dgm:spPr/>
      <dgm:t>
        <a:bodyPr/>
        <a:lstStyle/>
        <a:p>
          <a:endParaRPr lang="zh-CN" altLang="en-US"/>
        </a:p>
      </dgm:t>
    </dgm:pt>
    <dgm:pt modelId="{DE5EB7DA-76AE-4EA9-A806-EAE1C92203D2}">
      <dgm:prSet/>
      <dgm:spPr/>
      <dgm:t>
        <a:bodyPr/>
        <a:lstStyle/>
        <a:p>
          <a:r>
            <a:rPr lang="zh-CN" altLang="en-US" dirty="0"/>
            <a:t>激光雷达</a:t>
          </a:r>
          <a:r>
            <a:rPr lang="en-US" altLang="zh-CN" dirty="0"/>
            <a:t>L2</a:t>
          </a:r>
          <a:r>
            <a:rPr lang="zh-CN" altLang="en-US" dirty="0"/>
            <a:t>前向</a:t>
          </a:r>
          <a:endParaRPr lang="zh-CN" dirty="0"/>
        </a:p>
      </dgm:t>
    </dgm:pt>
    <dgm:pt modelId="{B6E98F6C-F6B8-480D-8513-3A3A95C49969}" type="parTrans" cxnId="{C85A63ED-B6D0-4FB1-A486-27C16C1211FE}">
      <dgm:prSet/>
      <dgm:spPr/>
      <dgm:t>
        <a:bodyPr/>
        <a:lstStyle/>
        <a:p>
          <a:endParaRPr lang="zh-CN" altLang="en-US"/>
        </a:p>
      </dgm:t>
    </dgm:pt>
    <dgm:pt modelId="{557BCB2F-6716-4AC9-87BC-37EC85B0F925}" type="sibTrans" cxnId="{C85A63ED-B6D0-4FB1-A486-27C16C1211FE}">
      <dgm:prSet/>
      <dgm:spPr/>
      <dgm:t>
        <a:bodyPr/>
        <a:lstStyle/>
        <a:p>
          <a:endParaRPr lang="zh-CN" altLang="en-US"/>
        </a:p>
      </dgm:t>
    </dgm:pt>
    <dgm:pt modelId="{49D81239-6F80-4BFC-8D14-1EA2292A561C}">
      <dgm:prSet/>
      <dgm:spPr/>
      <dgm:t>
        <a:bodyPr/>
        <a:lstStyle/>
        <a:p>
          <a:r>
            <a:rPr lang="zh-CN" altLang="en-US" dirty="0"/>
            <a:t>激光雷达</a:t>
          </a:r>
          <a:r>
            <a:rPr lang="en-US" altLang="zh-CN" dirty="0"/>
            <a:t>L2</a:t>
          </a:r>
          <a:r>
            <a:rPr lang="zh-CN" altLang="en-US" dirty="0"/>
            <a:t>后向</a:t>
          </a:r>
          <a:endParaRPr lang="zh-CN" dirty="0"/>
        </a:p>
      </dgm:t>
    </dgm:pt>
    <dgm:pt modelId="{61B6219A-70EB-49B2-AD17-F147D75A945D}" type="parTrans" cxnId="{CEB12FD9-5564-48CB-9CF4-C25E58126CFB}">
      <dgm:prSet/>
      <dgm:spPr/>
      <dgm:t>
        <a:bodyPr/>
        <a:lstStyle/>
        <a:p>
          <a:endParaRPr lang="zh-CN" altLang="en-US"/>
        </a:p>
      </dgm:t>
    </dgm:pt>
    <dgm:pt modelId="{A790E7B0-AD6D-4C43-92E0-D187EBB6937C}" type="sibTrans" cxnId="{CEB12FD9-5564-48CB-9CF4-C25E58126CFB}">
      <dgm:prSet/>
      <dgm:spPr/>
      <dgm:t>
        <a:bodyPr/>
        <a:lstStyle/>
        <a:p>
          <a:endParaRPr lang="zh-CN" altLang="en-US"/>
        </a:p>
      </dgm:t>
    </dgm:pt>
    <dgm:pt modelId="{16CD30BB-0CFA-47F3-AE48-F27B652FD2D3}">
      <dgm:prSet/>
      <dgm:spPr/>
      <dgm:t>
        <a:bodyPr/>
        <a:lstStyle/>
        <a:p>
          <a:r>
            <a:rPr lang="zh-CN" altLang="en-US" dirty="0"/>
            <a:t>交换机</a:t>
          </a:r>
          <a:endParaRPr lang="zh-CN" dirty="0"/>
        </a:p>
      </dgm:t>
    </dgm:pt>
    <dgm:pt modelId="{5B11769E-8A37-4359-9E00-61E40890A1C3}" type="parTrans" cxnId="{B21B2D8F-C516-425B-A02C-0DADC55D0498}">
      <dgm:prSet/>
      <dgm:spPr/>
      <dgm:t>
        <a:bodyPr/>
        <a:lstStyle/>
        <a:p>
          <a:endParaRPr lang="zh-CN" altLang="en-US"/>
        </a:p>
      </dgm:t>
    </dgm:pt>
    <dgm:pt modelId="{8DA13760-F757-4F81-B337-C833C6ED507A}" type="sibTrans" cxnId="{B21B2D8F-C516-425B-A02C-0DADC55D0498}">
      <dgm:prSet/>
      <dgm:spPr/>
      <dgm:t>
        <a:bodyPr/>
        <a:lstStyle/>
        <a:p>
          <a:endParaRPr lang="zh-CN" altLang="en-US"/>
        </a:p>
      </dgm:t>
    </dgm:pt>
    <dgm:pt modelId="{EEE53BE7-3C20-4717-9BF2-654278A13EB2}">
      <dgm:prSet/>
      <dgm:spPr/>
      <dgm:t>
        <a:bodyPr/>
        <a:lstStyle/>
        <a:p>
          <a:r>
            <a:rPr lang="en-US" altLang="zh-CN" dirty="0"/>
            <a:t>Jetson</a:t>
          </a:r>
          <a:r>
            <a:rPr lang="zh-CN" altLang="en-US" dirty="0"/>
            <a:t>算力单元</a:t>
          </a:r>
          <a:endParaRPr lang="zh-CN" dirty="0"/>
        </a:p>
      </dgm:t>
    </dgm:pt>
    <dgm:pt modelId="{7DDD6DA1-A891-400C-B9E7-AF718B5E312D}" type="parTrans" cxnId="{75EAE1BC-D884-4ABD-934C-1C0F50A2F122}">
      <dgm:prSet/>
      <dgm:spPr/>
      <dgm:t>
        <a:bodyPr/>
        <a:lstStyle/>
        <a:p>
          <a:endParaRPr lang="zh-CN" altLang="en-US"/>
        </a:p>
      </dgm:t>
    </dgm:pt>
    <dgm:pt modelId="{61E0E2B3-349F-4D8E-86A3-EEA3B71F1F20}" type="sibTrans" cxnId="{75EAE1BC-D884-4ABD-934C-1C0F50A2F122}">
      <dgm:prSet/>
      <dgm:spPr/>
      <dgm:t>
        <a:bodyPr/>
        <a:lstStyle/>
        <a:p>
          <a:endParaRPr lang="zh-CN" altLang="en-US"/>
        </a:p>
      </dgm:t>
    </dgm:pt>
    <dgm:pt modelId="{A4E5A373-5BF5-4AF3-BBC5-501623534267}">
      <dgm:prSet/>
      <dgm:spPr/>
      <dgm:t>
        <a:bodyPr/>
        <a:lstStyle/>
        <a:p>
          <a:r>
            <a:rPr lang="zh-CN" altLang="en-US" dirty="0"/>
            <a:t>显示屏</a:t>
          </a:r>
          <a:endParaRPr lang="zh-CN" dirty="0"/>
        </a:p>
      </dgm:t>
    </dgm:pt>
    <dgm:pt modelId="{F77644E0-81B2-4F56-A2B6-4B0221629165}" type="parTrans" cxnId="{F62F3868-21DE-4D7F-A27D-1B53542B6E13}">
      <dgm:prSet/>
      <dgm:spPr/>
      <dgm:t>
        <a:bodyPr/>
        <a:lstStyle/>
        <a:p>
          <a:endParaRPr lang="zh-CN" altLang="en-US"/>
        </a:p>
      </dgm:t>
    </dgm:pt>
    <dgm:pt modelId="{5EE3B23E-DD1B-49A9-898E-0077005C3EDA}" type="sibTrans" cxnId="{F62F3868-21DE-4D7F-A27D-1B53542B6E13}">
      <dgm:prSet/>
      <dgm:spPr/>
      <dgm:t>
        <a:bodyPr/>
        <a:lstStyle/>
        <a:p>
          <a:endParaRPr lang="zh-CN" altLang="en-US"/>
        </a:p>
      </dgm:t>
    </dgm:pt>
    <dgm:pt modelId="{69B6601F-FA7B-4793-A129-07358A948257}">
      <dgm:prSet/>
      <dgm:spPr/>
      <dgm:t>
        <a:bodyPr/>
        <a:lstStyle/>
        <a:p>
          <a:r>
            <a:rPr lang="zh-CN"/>
            <a:t>底盘左电机驱动</a:t>
          </a:r>
          <a:endParaRPr lang="zh-CN" dirty="0"/>
        </a:p>
      </dgm:t>
    </dgm:pt>
    <dgm:pt modelId="{59383F6B-E4D4-4568-84C2-AB89B7766D10}" type="parTrans" cxnId="{2BF7E3F7-13EB-4D73-8565-93300A8ABCDC}">
      <dgm:prSet/>
      <dgm:spPr/>
      <dgm:t>
        <a:bodyPr/>
        <a:lstStyle/>
        <a:p>
          <a:endParaRPr lang="zh-CN" altLang="en-US"/>
        </a:p>
      </dgm:t>
    </dgm:pt>
    <dgm:pt modelId="{94A66D66-9E2B-4D85-9B9D-0B1A675F2377}" type="sibTrans" cxnId="{2BF7E3F7-13EB-4D73-8565-93300A8ABCDC}">
      <dgm:prSet/>
      <dgm:spPr/>
      <dgm:t>
        <a:bodyPr/>
        <a:lstStyle/>
        <a:p>
          <a:endParaRPr lang="zh-CN" altLang="en-US"/>
        </a:p>
      </dgm:t>
    </dgm:pt>
    <dgm:pt modelId="{79488F30-BD9F-424D-9F94-60B7736E1B21}">
      <dgm:prSet/>
      <dgm:spPr/>
      <dgm:t>
        <a:bodyPr/>
        <a:lstStyle/>
        <a:p>
          <a:r>
            <a:rPr lang="zh-CN" dirty="0"/>
            <a:t>底盘右电机驱动</a:t>
          </a:r>
        </a:p>
      </dgm:t>
    </dgm:pt>
    <dgm:pt modelId="{D58A0F60-E78C-4D52-B888-9AE314F8F753}" type="parTrans" cxnId="{3429D1CB-7F8C-4CA6-9F46-5FF669D14DD3}">
      <dgm:prSet/>
      <dgm:spPr/>
      <dgm:t>
        <a:bodyPr/>
        <a:lstStyle/>
        <a:p>
          <a:endParaRPr lang="zh-CN" altLang="en-US"/>
        </a:p>
      </dgm:t>
    </dgm:pt>
    <dgm:pt modelId="{F1084FF4-9FE5-47A5-BB5E-8F44D4FD7B74}" type="sibTrans" cxnId="{3429D1CB-7F8C-4CA6-9F46-5FF669D14DD3}">
      <dgm:prSet/>
      <dgm:spPr/>
      <dgm:t>
        <a:bodyPr/>
        <a:lstStyle/>
        <a:p>
          <a:endParaRPr lang="zh-CN" altLang="en-US"/>
        </a:p>
      </dgm:t>
    </dgm:pt>
    <dgm:pt modelId="{7E8DE133-7693-4643-8AA7-19BD85F84D01}" type="pres">
      <dgm:prSet presAssocID="{EC3D1C7D-1510-4C8E-A5F2-0EE6DBEF1A8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D34208C-5CD3-4030-B7E5-69B22BDADD1C}" type="pres">
      <dgm:prSet presAssocID="{2DB479AB-0485-4252-8DF8-5842655206C2}" presName="hierRoot1" presStyleCnt="0">
        <dgm:presLayoutVars>
          <dgm:hierBranch val="init"/>
        </dgm:presLayoutVars>
      </dgm:prSet>
      <dgm:spPr/>
    </dgm:pt>
    <dgm:pt modelId="{D6823F0F-987E-4F7E-8332-EDFBE5008E55}" type="pres">
      <dgm:prSet presAssocID="{2DB479AB-0485-4252-8DF8-5842655206C2}" presName="rootComposite1" presStyleCnt="0"/>
      <dgm:spPr/>
    </dgm:pt>
    <dgm:pt modelId="{7A413F4C-DBB6-46C5-BF3C-22257B686AEB}" type="pres">
      <dgm:prSet presAssocID="{2DB479AB-0485-4252-8DF8-5842655206C2}" presName="rootText1" presStyleLbl="node0" presStyleIdx="0" presStyleCnt="1">
        <dgm:presLayoutVars>
          <dgm:chPref val="3"/>
        </dgm:presLayoutVars>
      </dgm:prSet>
      <dgm:spPr/>
    </dgm:pt>
    <dgm:pt modelId="{119340BC-B93D-4937-BA88-604C6636C1A3}" type="pres">
      <dgm:prSet presAssocID="{2DB479AB-0485-4252-8DF8-5842655206C2}" presName="rootConnector1" presStyleLbl="node1" presStyleIdx="0" presStyleCnt="0"/>
      <dgm:spPr/>
    </dgm:pt>
    <dgm:pt modelId="{39E4110F-A87B-4C33-93AB-E0C6297C265E}" type="pres">
      <dgm:prSet presAssocID="{2DB479AB-0485-4252-8DF8-5842655206C2}" presName="hierChild2" presStyleCnt="0"/>
      <dgm:spPr/>
    </dgm:pt>
    <dgm:pt modelId="{5D38AEE7-55ED-40B6-AF1D-0F9A99AD8455}" type="pres">
      <dgm:prSet presAssocID="{C055CB0A-A0F6-4316-BE74-391618A69A43}" presName="Name64" presStyleLbl="parChTrans1D2" presStyleIdx="0" presStyleCnt="5"/>
      <dgm:spPr/>
    </dgm:pt>
    <dgm:pt modelId="{B5FBD87F-5D7D-4FC3-A437-6D1A3E4C1D50}" type="pres">
      <dgm:prSet presAssocID="{2724C2C7-A605-41DB-994D-5D7C89B68805}" presName="hierRoot2" presStyleCnt="0">
        <dgm:presLayoutVars>
          <dgm:hierBranch val="init"/>
        </dgm:presLayoutVars>
      </dgm:prSet>
      <dgm:spPr/>
    </dgm:pt>
    <dgm:pt modelId="{0F8D1482-79B9-4089-9161-B934B01A37BC}" type="pres">
      <dgm:prSet presAssocID="{2724C2C7-A605-41DB-994D-5D7C89B68805}" presName="rootComposite" presStyleCnt="0"/>
      <dgm:spPr/>
    </dgm:pt>
    <dgm:pt modelId="{D90039DE-6A9C-43F8-A9F4-A5D953215A49}" type="pres">
      <dgm:prSet presAssocID="{2724C2C7-A605-41DB-994D-5D7C89B68805}" presName="rootText" presStyleLbl="node2" presStyleIdx="0" presStyleCnt="5">
        <dgm:presLayoutVars>
          <dgm:chPref val="3"/>
        </dgm:presLayoutVars>
      </dgm:prSet>
      <dgm:spPr/>
    </dgm:pt>
    <dgm:pt modelId="{92703497-2CB7-4D33-9CB2-B1D0AB6FA5EB}" type="pres">
      <dgm:prSet presAssocID="{2724C2C7-A605-41DB-994D-5D7C89B68805}" presName="rootConnector" presStyleLbl="node2" presStyleIdx="0" presStyleCnt="5"/>
      <dgm:spPr/>
    </dgm:pt>
    <dgm:pt modelId="{66780FFA-9198-4486-8370-A7CAEDF53A30}" type="pres">
      <dgm:prSet presAssocID="{2724C2C7-A605-41DB-994D-5D7C89B68805}" presName="hierChild4" presStyleCnt="0"/>
      <dgm:spPr/>
    </dgm:pt>
    <dgm:pt modelId="{CD9D3695-42D0-4037-90A6-6DE4E2DF1B47}" type="pres">
      <dgm:prSet presAssocID="{2724C2C7-A605-41DB-994D-5D7C89B68805}" presName="hierChild5" presStyleCnt="0"/>
      <dgm:spPr/>
    </dgm:pt>
    <dgm:pt modelId="{5BEB6233-D2F8-4239-8B6C-36414F01B5EC}" type="pres">
      <dgm:prSet presAssocID="{9AA6DBC1-789F-4E6B-9E9D-DA7E33DAA59F}" presName="Name64" presStyleLbl="parChTrans1D2" presStyleIdx="1" presStyleCnt="5"/>
      <dgm:spPr/>
    </dgm:pt>
    <dgm:pt modelId="{DC1D8C4A-4083-4511-B71A-FF140B6F0F06}" type="pres">
      <dgm:prSet presAssocID="{207F6C17-19D2-4F16-A162-937B84DEEFA7}" presName="hierRoot2" presStyleCnt="0">
        <dgm:presLayoutVars>
          <dgm:hierBranch val="init"/>
        </dgm:presLayoutVars>
      </dgm:prSet>
      <dgm:spPr/>
    </dgm:pt>
    <dgm:pt modelId="{4E3EEEAF-F72D-42AE-81F0-A18358DD0728}" type="pres">
      <dgm:prSet presAssocID="{207F6C17-19D2-4F16-A162-937B84DEEFA7}" presName="rootComposite" presStyleCnt="0"/>
      <dgm:spPr/>
    </dgm:pt>
    <dgm:pt modelId="{6F97CAE7-EEC9-4F8C-A9E5-87F1AB47FC54}" type="pres">
      <dgm:prSet presAssocID="{207F6C17-19D2-4F16-A162-937B84DEEFA7}" presName="rootText" presStyleLbl="node2" presStyleIdx="1" presStyleCnt="5">
        <dgm:presLayoutVars>
          <dgm:chPref val="3"/>
        </dgm:presLayoutVars>
      </dgm:prSet>
      <dgm:spPr/>
    </dgm:pt>
    <dgm:pt modelId="{4A192EBA-9515-43E0-83E8-4E9495CA957F}" type="pres">
      <dgm:prSet presAssocID="{207F6C17-19D2-4F16-A162-937B84DEEFA7}" presName="rootConnector" presStyleLbl="node2" presStyleIdx="1" presStyleCnt="5"/>
      <dgm:spPr/>
    </dgm:pt>
    <dgm:pt modelId="{2A6341D1-F422-4931-B06F-19B496C5ED73}" type="pres">
      <dgm:prSet presAssocID="{207F6C17-19D2-4F16-A162-937B84DEEFA7}" presName="hierChild4" presStyleCnt="0"/>
      <dgm:spPr/>
    </dgm:pt>
    <dgm:pt modelId="{C63D4A08-D285-47F7-8787-36459B56F770}" type="pres">
      <dgm:prSet presAssocID="{207F6C17-19D2-4F16-A162-937B84DEEFA7}" presName="hierChild5" presStyleCnt="0"/>
      <dgm:spPr/>
    </dgm:pt>
    <dgm:pt modelId="{A5177F0F-9545-4CED-995B-7AD8D48A25FC}" type="pres">
      <dgm:prSet presAssocID="{EB4C4A4B-C91D-4E34-9003-25B0EAEB7103}" presName="Name64" presStyleLbl="parChTrans1D2" presStyleIdx="2" presStyleCnt="5"/>
      <dgm:spPr/>
    </dgm:pt>
    <dgm:pt modelId="{BC7AABC1-EE65-4249-AB09-2B8073D32870}" type="pres">
      <dgm:prSet presAssocID="{DE529F8F-10A9-4DEB-B3A9-5DF3DCA9153D}" presName="hierRoot2" presStyleCnt="0">
        <dgm:presLayoutVars>
          <dgm:hierBranch val="init"/>
        </dgm:presLayoutVars>
      </dgm:prSet>
      <dgm:spPr/>
    </dgm:pt>
    <dgm:pt modelId="{49B9C01E-5AF1-437C-9103-E8F940B83F2E}" type="pres">
      <dgm:prSet presAssocID="{DE529F8F-10A9-4DEB-B3A9-5DF3DCA9153D}" presName="rootComposite" presStyleCnt="0"/>
      <dgm:spPr/>
    </dgm:pt>
    <dgm:pt modelId="{4D875453-6FEB-48CC-8FDD-A954067BBD2E}" type="pres">
      <dgm:prSet presAssocID="{DE529F8F-10A9-4DEB-B3A9-5DF3DCA9153D}" presName="rootText" presStyleLbl="node2" presStyleIdx="2" presStyleCnt="5">
        <dgm:presLayoutVars>
          <dgm:chPref val="3"/>
        </dgm:presLayoutVars>
      </dgm:prSet>
      <dgm:spPr/>
    </dgm:pt>
    <dgm:pt modelId="{34E15B12-74F9-4E37-B909-B7D4E4195E35}" type="pres">
      <dgm:prSet presAssocID="{DE529F8F-10A9-4DEB-B3A9-5DF3DCA9153D}" presName="rootConnector" presStyleLbl="node2" presStyleIdx="2" presStyleCnt="5"/>
      <dgm:spPr/>
    </dgm:pt>
    <dgm:pt modelId="{0F27055A-8793-4305-93B1-0FC981545A04}" type="pres">
      <dgm:prSet presAssocID="{DE529F8F-10A9-4DEB-B3A9-5DF3DCA9153D}" presName="hierChild4" presStyleCnt="0"/>
      <dgm:spPr/>
    </dgm:pt>
    <dgm:pt modelId="{89F86F60-C019-4CAC-8506-618E155CB66D}" type="pres">
      <dgm:prSet presAssocID="{474376FC-3391-4544-B3A4-524EBC7903E0}" presName="Name64" presStyleLbl="parChTrans1D3" presStyleIdx="0" presStyleCnt="5"/>
      <dgm:spPr/>
    </dgm:pt>
    <dgm:pt modelId="{748AC412-4125-432D-9DCC-97265A82E456}" type="pres">
      <dgm:prSet presAssocID="{4B1D9538-97D3-4EB0-9802-E134859F7314}" presName="hierRoot2" presStyleCnt="0">
        <dgm:presLayoutVars>
          <dgm:hierBranch val="init"/>
        </dgm:presLayoutVars>
      </dgm:prSet>
      <dgm:spPr/>
    </dgm:pt>
    <dgm:pt modelId="{8EEA2CE4-379C-4FF7-919F-3DD7E2DBD18B}" type="pres">
      <dgm:prSet presAssocID="{4B1D9538-97D3-4EB0-9802-E134859F7314}" presName="rootComposite" presStyleCnt="0"/>
      <dgm:spPr/>
    </dgm:pt>
    <dgm:pt modelId="{3CF3F22B-BF79-4089-8DD6-F955DB87A54E}" type="pres">
      <dgm:prSet presAssocID="{4B1D9538-97D3-4EB0-9802-E134859F7314}" presName="rootText" presStyleLbl="node3" presStyleIdx="0" presStyleCnt="5">
        <dgm:presLayoutVars>
          <dgm:chPref val="3"/>
        </dgm:presLayoutVars>
      </dgm:prSet>
      <dgm:spPr/>
    </dgm:pt>
    <dgm:pt modelId="{55925AE6-6ED0-475C-8F4E-43E594AA8157}" type="pres">
      <dgm:prSet presAssocID="{4B1D9538-97D3-4EB0-9802-E134859F7314}" presName="rootConnector" presStyleLbl="node3" presStyleIdx="0" presStyleCnt="5"/>
      <dgm:spPr/>
    </dgm:pt>
    <dgm:pt modelId="{5BEFFABA-685D-4033-B1C0-C5055DD8E073}" type="pres">
      <dgm:prSet presAssocID="{4B1D9538-97D3-4EB0-9802-E134859F7314}" presName="hierChild4" presStyleCnt="0"/>
      <dgm:spPr/>
    </dgm:pt>
    <dgm:pt modelId="{EE7EC6AA-2BC9-46EB-BA31-E796E73D3F51}" type="pres">
      <dgm:prSet presAssocID="{24FAC70E-E3DC-49E6-858A-75D375D8D01A}" presName="Name64" presStyleLbl="parChTrans1D4" presStyleIdx="0" presStyleCnt="20"/>
      <dgm:spPr/>
    </dgm:pt>
    <dgm:pt modelId="{96894D4A-0AF4-4F02-82F8-5E6958F085B2}" type="pres">
      <dgm:prSet presAssocID="{627026E5-FC94-4AB8-9C3C-B9D4824E6B4E}" presName="hierRoot2" presStyleCnt="0">
        <dgm:presLayoutVars>
          <dgm:hierBranch val="init"/>
        </dgm:presLayoutVars>
      </dgm:prSet>
      <dgm:spPr/>
    </dgm:pt>
    <dgm:pt modelId="{62B2F616-5002-41BA-8021-9DE581698EC0}" type="pres">
      <dgm:prSet presAssocID="{627026E5-FC94-4AB8-9C3C-B9D4824E6B4E}" presName="rootComposite" presStyleCnt="0"/>
      <dgm:spPr/>
    </dgm:pt>
    <dgm:pt modelId="{D7F40753-0351-4FF2-818E-DDD14DA1344C}" type="pres">
      <dgm:prSet presAssocID="{627026E5-FC94-4AB8-9C3C-B9D4824E6B4E}" presName="rootText" presStyleLbl="node4" presStyleIdx="0" presStyleCnt="20">
        <dgm:presLayoutVars>
          <dgm:chPref val="3"/>
        </dgm:presLayoutVars>
      </dgm:prSet>
      <dgm:spPr/>
    </dgm:pt>
    <dgm:pt modelId="{A4212148-073F-44CA-9270-2526AEEC3219}" type="pres">
      <dgm:prSet presAssocID="{627026E5-FC94-4AB8-9C3C-B9D4824E6B4E}" presName="rootConnector" presStyleLbl="node4" presStyleIdx="0" presStyleCnt="20"/>
      <dgm:spPr/>
    </dgm:pt>
    <dgm:pt modelId="{B6870DD9-9A33-4716-91FF-B5D2EBE21B7D}" type="pres">
      <dgm:prSet presAssocID="{627026E5-FC94-4AB8-9C3C-B9D4824E6B4E}" presName="hierChild4" presStyleCnt="0"/>
      <dgm:spPr/>
    </dgm:pt>
    <dgm:pt modelId="{37D298E8-BB6B-4DFC-B41B-03DC217CC4D4}" type="pres">
      <dgm:prSet presAssocID="{627026E5-FC94-4AB8-9C3C-B9D4824E6B4E}" presName="hierChild5" presStyleCnt="0"/>
      <dgm:spPr/>
    </dgm:pt>
    <dgm:pt modelId="{00B7AE18-AECE-4C44-BB66-A4DCB5848E7D}" type="pres">
      <dgm:prSet presAssocID="{9C7953E0-ED54-412B-B03E-46EF7A836D4D}" presName="Name64" presStyleLbl="parChTrans1D4" presStyleIdx="1" presStyleCnt="20"/>
      <dgm:spPr/>
    </dgm:pt>
    <dgm:pt modelId="{125137B2-3D40-4DCD-B1E5-129CD540F293}" type="pres">
      <dgm:prSet presAssocID="{6AB9DDDC-0BB3-4C0B-A4F6-33B02B9B2C46}" presName="hierRoot2" presStyleCnt="0">
        <dgm:presLayoutVars>
          <dgm:hierBranch val="init"/>
        </dgm:presLayoutVars>
      </dgm:prSet>
      <dgm:spPr/>
    </dgm:pt>
    <dgm:pt modelId="{ECBB4DD8-AB55-4C8B-BB7B-AA19F1D2281B}" type="pres">
      <dgm:prSet presAssocID="{6AB9DDDC-0BB3-4C0B-A4F6-33B02B9B2C46}" presName="rootComposite" presStyleCnt="0"/>
      <dgm:spPr/>
    </dgm:pt>
    <dgm:pt modelId="{C9D72E92-D341-444E-A113-539056D55B15}" type="pres">
      <dgm:prSet presAssocID="{6AB9DDDC-0BB3-4C0B-A4F6-33B02B9B2C46}" presName="rootText" presStyleLbl="node4" presStyleIdx="1" presStyleCnt="20">
        <dgm:presLayoutVars>
          <dgm:chPref val="3"/>
        </dgm:presLayoutVars>
      </dgm:prSet>
      <dgm:spPr/>
    </dgm:pt>
    <dgm:pt modelId="{51E1D402-4270-4C9F-9D58-ECF2BCCB1582}" type="pres">
      <dgm:prSet presAssocID="{6AB9DDDC-0BB3-4C0B-A4F6-33B02B9B2C46}" presName="rootConnector" presStyleLbl="node4" presStyleIdx="1" presStyleCnt="20"/>
      <dgm:spPr/>
    </dgm:pt>
    <dgm:pt modelId="{804E3B40-912E-4DEF-B85A-FC25BCA3D033}" type="pres">
      <dgm:prSet presAssocID="{6AB9DDDC-0BB3-4C0B-A4F6-33B02B9B2C46}" presName="hierChild4" presStyleCnt="0"/>
      <dgm:spPr/>
    </dgm:pt>
    <dgm:pt modelId="{EF7E8614-1A63-4058-87A3-330D7B35FF7B}" type="pres">
      <dgm:prSet presAssocID="{6AB9DDDC-0BB3-4C0B-A4F6-33B02B9B2C46}" presName="hierChild5" presStyleCnt="0"/>
      <dgm:spPr/>
    </dgm:pt>
    <dgm:pt modelId="{33BC11C1-3762-409F-BD3E-939AFE63E0AB}" type="pres">
      <dgm:prSet presAssocID="{A50C06CF-8CB7-4BB1-BF34-41099A562E68}" presName="Name64" presStyleLbl="parChTrans1D4" presStyleIdx="2" presStyleCnt="20"/>
      <dgm:spPr/>
    </dgm:pt>
    <dgm:pt modelId="{6B020BF0-C098-4B02-BC5D-933F8035ECD7}" type="pres">
      <dgm:prSet presAssocID="{50C85559-9B37-44F2-A38E-1B525B3E0CBC}" presName="hierRoot2" presStyleCnt="0">
        <dgm:presLayoutVars>
          <dgm:hierBranch val="init"/>
        </dgm:presLayoutVars>
      </dgm:prSet>
      <dgm:spPr/>
    </dgm:pt>
    <dgm:pt modelId="{94A055C5-FE1E-4975-81B8-345947070B89}" type="pres">
      <dgm:prSet presAssocID="{50C85559-9B37-44F2-A38E-1B525B3E0CBC}" presName="rootComposite" presStyleCnt="0"/>
      <dgm:spPr/>
    </dgm:pt>
    <dgm:pt modelId="{F8CADC6D-7038-41CD-B3AD-D0591959CB93}" type="pres">
      <dgm:prSet presAssocID="{50C85559-9B37-44F2-A38E-1B525B3E0CBC}" presName="rootText" presStyleLbl="node4" presStyleIdx="2" presStyleCnt="20">
        <dgm:presLayoutVars>
          <dgm:chPref val="3"/>
        </dgm:presLayoutVars>
      </dgm:prSet>
      <dgm:spPr/>
    </dgm:pt>
    <dgm:pt modelId="{9E056053-0B33-4340-A23E-5674E3201FA5}" type="pres">
      <dgm:prSet presAssocID="{50C85559-9B37-44F2-A38E-1B525B3E0CBC}" presName="rootConnector" presStyleLbl="node4" presStyleIdx="2" presStyleCnt="20"/>
      <dgm:spPr/>
    </dgm:pt>
    <dgm:pt modelId="{C1CDEC5C-BD23-4D10-A86B-75E41A7713A9}" type="pres">
      <dgm:prSet presAssocID="{50C85559-9B37-44F2-A38E-1B525B3E0CBC}" presName="hierChild4" presStyleCnt="0"/>
      <dgm:spPr/>
    </dgm:pt>
    <dgm:pt modelId="{49EDD4E5-70AF-4987-9F4D-5D7C4045F908}" type="pres">
      <dgm:prSet presAssocID="{50C85559-9B37-44F2-A38E-1B525B3E0CBC}" presName="hierChild5" presStyleCnt="0"/>
      <dgm:spPr/>
    </dgm:pt>
    <dgm:pt modelId="{CBBDB022-1B31-4638-9200-DE3346A26E39}" type="pres">
      <dgm:prSet presAssocID="{AEF47051-5759-4DCD-ACA8-A56CECD51E87}" presName="Name64" presStyleLbl="parChTrans1D4" presStyleIdx="3" presStyleCnt="20"/>
      <dgm:spPr/>
    </dgm:pt>
    <dgm:pt modelId="{CF498EFA-FCF9-4386-9863-EE6A547B9C8D}" type="pres">
      <dgm:prSet presAssocID="{31B9158F-2F7C-43E1-B380-6491AE22F21E}" presName="hierRoot2" presStyleCnt="0">
        <dgm:presLayoutVars>
          <dgm:hierBranch val="init"/>
        </dgm:presLayoutVars>
      </dgm:prSet>
      <dgm:spPr/>
    </dgm:pt>
    <dgm:pt modelId="{0D061ED1-9650-41F4-A2C3-72F6E5BB4F57}" type="pres">
      <dgm:prSet presAssocID="{31B9158F-2F7C-43E1-B380-6491AE22F21E}" presName="rootComposite" presStyleCnt="0"/>
      <dgm:spPr/>
    </dgm:pt>
    <dgm:pt modelId="{4EC95F13-2922-4BE4-B881-ED7CA9F02342}" type="pres">
      <dgm:prSet presAssocID="{31B9158F-2F7C-43E1-B380-6491AE22F21E}" presName="rootText" presStyleLbl="node4" presStyleIdx="3" presStyleCnt="20">
        <dgm:presLayoutVars>
          <dgm:chPref val="3"/>
        </dgm:presLayoutVars>
      </dgm:prSet>
      <dgm:spPr/>
    </dgm:pt>
    <dgm:pt modelId="{047ACE6A-5065-4635-909E-49D389365114}" type="pres">
      <dgm:prSet presAssocID="{31B9158F-2F7C-43E1-B380-6491AE22F21E}" presName="rootConnector" presStyleLbl="node4" presStyleIdx="3" presStyleCnt="20"/>
      <dgm:spPr/>
    </dgm:pt>
    <dgm:pt modelId="{A2226B16-6006-4394-B755-1BBE0756C29C}" type="pres">
      <dgm:prSet presAssocID="{31B9158F-2F7C-43E1-B380-6491AE22F21E}" presName="hierChild4" presStyleCnt="0"/>
      <dgm:spPr/>
    </dgm:pt>
    <dgm:pt modelId="{F501A422-1505-45F7-A873-D6351EF48517}" type="pres">
      <dgm:prSet presAssocID="{31B9158F-2F7C-43E1-B380-6491AE22F21E}" presName="hierChild5" presStyleCnt="0"/>
      <dgm:spPr/>
    </dgm:pt>
    <dgm:pt modelId="{24819807-3127-496A-9311-F1D41AD332DA}" type="pres">
      <dgm:prSet presAssocID="{34B85BD1-0A44-40C0-913B-BB29DBF3BA2A}" presName="Name64" presStyleLbl="parChTrans1D4" presStyleIdx="4" presStyleCnt="20"/>
      <dgm:spPr/>
    </dgm:pt>
    <dgm:pt modelId="{14012563-AA23-4958-9ADC-8FB4A81B0CD8}" type="pres">
      <dgm:prSet presAssocID="{57728E35-5DF9-4AB3-B609-BBB9EA484B99}" presName="hierRoot2" presStyleCnt="0">
        <dgm:presLayoutVars>
          <dgm:hierBranch val="init"/>
        </dgm:presLayoutVars>
      </dgm:prSet>
      <dgm:spPr/>
    </dgm:pt>
    <dgm:pt modelId="{951D2C31-30EC-4B85-90DF-DA62578742DF}" type="pres">
      <dgm:prSet presAssocID="{57728E35-5DF9-4AB3-B609-BBB9EA484B99}" presName="rootComposite" presStyleCnt="0"/>
      <dgm:spPr/>
    </dgm:pt>
    <dgm:pt modelId="{C0DE2309-99B8-4F78-82C6-B687E03CAFDC}" type="pres">
      <dgm:prSet presAssocID="{57728E35-5DF9-4AB3-B609-BBB9EA484B99}" presName="rootText" presStyleLbl="node4" presStyleIdx="4" presStyleCnt="20">
        <dgm:presLayoutVars>
          <dgm:chPref val="3"/>
        </dgm:presLayoutVars>
      </dgm:prSet>
      <dgm:spPr/>
    </dgm:pt>
    <dgm:pt modelId="{5A13CF7E-C42A-4A99-9A12-51A9DD649F6F}" type="pres">
      <dgm:prSet presAssocID="{57728E35-5DF9-4AB3-B609-BBB9EA484B99}" presName="rootConnector" presStyleLbl="node4" presStyleIdx="4" presStyleCnt="20"/>
      <dgm:spPr/>
    </dgm:pt>
    <dgm:pt modelId="{F5A2D412-8F38-43B3-871F-4E4CF478BFD6}" type="pres">
      <dgm:prSet presAssocID="{57728E35-5DF9-4AB3-B609-BBB9EA484B99}" presName="hierChild4" presStyleCnt="0"/>
      <dgm:spPr/>
    </dgm:pt>
    <dgm:pt modelId="{A6FBDB79-0936-4D8D-B257-6F7DC32C984E}" type="pres">
      <dgm:prSet presAssocID="{57728E35-5DF9-4AB3-B609-BBB9EA484B99}" presName="hierChild5" presStyleCnt="0"/>
      <dgm:spPr/>
    </dgm:pt>
    <dgm:pt modelId="{F8C1908E-487D-4782-98E1-FF5AD3ED7846}" type="pres">
      <dgm:prSet presAssocID="{F4371BA4-5853-4E3D-ABD7-F930571F75E9}" presName="Name64" presStyleLbl="parChTrans1D4" presStyleIdx="5" presStyleCnt="20"/>
      <dgm:spPr/>
    </dgm:pt>
    <dgm:pt modelId="{26375FFF-9C56-48FB-92D3-88F10E4B76BE}" type="pres">
      <dgm:prSet presAssocID="{C4F778F5-7D12-487B-BB41-E0E4696F33DC}" presName="hierRoot2" presStyleCnt="0">
        <dgm:presLayoutVars>
          <dgm:hierBranch val="init"/>
        </dgm:presLayoutVars>
      </dgm:prSet>
      <dgm:spPr/>
    </dgm:pt>
    <dgm:pt modelId="{164729B6-DA42-4FFB-842E-E1BB279E97E3}" type="pres">
      <dgm:prSet presAssocID="{C4F778F5-7D12-487B-BB41-E0E4696F33DC}" presName="rootComposite" presStyleCnt="0"/>
      <dgm:spPr/>
    </dgm:pt>
    <dgm:pt modelId="{AC1F8BE1-25F5-4CEE-89E3-DF1DF5A553B4}" type="pres">
      <dgm:prSet presAssocID="{C4F778F5-7D12-487B-BB41-E0E4696F33DC}" presName="rootText" presStyleLbl="node4" presStyleIdx="5" presStyleCnt="20">
        <dgm:presLayoutVars>
          <dgm:chPref val="3"/>
        </dgm:presLayoutVars>
      </dgm:prSet>
      <dgm:spPr/>
    </dgm:pt>
    <dgm:pt modelId="{E497ACD0-9AB2-418C-AEFC-959DC611E241}" type="pres">
      <dgm:prSet presAssocID="{C4F778F5-7D12-487B-BB41-E0E4696F33DC}" presName="rootConnector" presStyleLbl="node4" presStyleIdx="5" presStyleCnt="20"/>
      <dgm:spPr/>
    </dgm:pt>
    <dgm:pt modelId="{27627E20-70E3-400D-A12C-0773178A8D06}" type="pres">
      <dgm:prSet presAssocID="{C4F778F5-7D12-487B-BB41-E0E4696F33DC}" presName="hierChild4" presStyleCnt="0"/>
      <dgm:spPr/>
    </dgm:pt>
    <dgm:pt modelId="{EB1F6149-F9B1-4C9E-A5AC-3E12C2BF05A1}" type="pres">
      <dgm:prSet presAssocID="{C4F778F5-7D12-487B-BB41-E0E4696F33DC}" presName="hierChild5" presStyleCnt="0"/>
      <dgm:spPr/>
    </dgm:pt>
    <dgm:pt modelId="{CA21205F-C3F1-445C-80C3-E9B69E5E8FC1}" type="pres">
      <dgm:prSet presAssocID="{11BB156A-7F57-4406-BFC8-E17684AA7407}" presName="Name64" presStyleLbl="parChTrans1D4" presStyleIdx="6" presStyleCnt="20"/>
      <dgm:spPr/>
    </dgm:pt>
    <dgm:pt modelId="{43449B69-56BB-4443-9F72-F67F5F547479}" type="pres">
      <dgm:prSet presAssocID="{AB3D5387-AD04-4163-B41C-782E7B97D938}" presName="hierRoot2" presStyleCnt="0">
        <dgm:presLayoutVars>
          <dgm:hierBranch val="init"/>
        </dgm:presLayoutVars>
      </dgm:prSet>
      <dgm:spPr/>
    </dgm:pt>
    <dgm:pt modelId="{052D1BA4-0EF5-443A-BC7D-7B310E376FE5}" type="pres">
      <dgm:prSet presAssocID="{AB3D5387-AD04-4163-B41C-782E7B97D938}" presName="rootComposite" presStyleCnt="0"/>
      <dgm:spPr/>
    </dgm:pt>
    <dgm:pt modelId="{BC083288-154D-4509-A399-0CD3675A86A5}" type="pres">
      <dgm:prSet presAssocID="{AB3D5387-AD04-4163-B41C-782E7B97D938}" presName="rootText" presStyleLbl="node4" presStyleIdx="6" presStyleCnt="20">
        <dgm:presLayoutVars>
          <dgm:chPref val="3"/>
        </dgm:presLayoutVars>
      </dgm:prSet>
      <dgm:spPr/>
    </dgm:pt>
    <dgm:pt modelId="{910D8A1D-4C98-4EF3-85D3-DE6F217B3ADB}" type="pres">
      <dgm:prSet presAssocID="{AB3D5387-AD04-4163-B41C-782E7B97D938}" presName="rootConnector" presStyleLbl="node4" presStyleIdx="6" presStyleCnt="20"/>
      <dgm:spPr/>
    </dgm:pt>
    <dgm:pt modelId="{01B00B9B-6D00-4250-93B8-C2F6BA2DE16C}" type="pres">
      <dgm:prSet presAssocID="{AB3D5387-AD04-4163-B41C-782E7B97D938}" presName="hierChild4" presStyleCnt="0"/>
      <dgm:spPr/>
    </dgm:pt>
    <dgm:pt modelId="{9B3625B5-03B4-4ABF-96C2-4D000BB96A07}" type="pres">
      <dgm:prSet presAssocID="{AB3D5387-AD04-4163-B41C-782E7B97D938}" presName="hierChild5" presStyleCnt="0"/>
      <dgm:spPr/>
    </dgm:pt>
    <dgm:pt modelId="{07019317-7CC9-4F1F-8CDA-587681FF6875}" type="pres">
      <dgm:prSet presAssocID="{C1524704-32A5-481D-A6A4-76B55EF1AC54}" presName="Name64" presStyleLbl="parChTrans1D4" presStyleIdx="7" presStyleCnt="20"/>
      <dgm:spPr/>
    </dgm:pt>
    <dgm:pt modelId="{7F97719E-748B-48B7-B1A8-E2A5D6EE9501}" type="pres">
      <dgm:prSet presAssocID="{4E26E5F2-BD6E-4F56-AAEB-A9097723A495}" presName="hierRoot2" presStyleCnt="0">
        <dgm:presLayoutVars>
          <dgm:hierBranch val="init"/>
        </dgm:presLayoutVars>
      </dgm:prSet>
      <dgm:spPr/>
    </dgm:pt>
    <dgm:pt modelId="{2514BD01-BDEE-4AF9-9043-C9557A2ABB2A}" type="pres">
      <dgm:prSet presAssocID="{4E26E5F2-BD6E-4F56-AAEB-A9097723A495}" presName="rootComposite" presStyleCnt="0"/>
      <dgm:spPr/>
    </dgm:pt>
    <dgm:pt modelId="{1935FD5B-C66C-4486-95B1-C88089E1AD7B}" type="pres">
      <dgm:prSet presAssocID="{4E26E5F2-BD6E-4F56-AAEB-A9097723A495}" presName="rootText" presStyleLbl="node4" presStyleIdx="7" presStyleCnt="20">
        <dgm:presLayoutVars>
          <dgm:chPref val="3"/>
        </dgm:presLayoutVars>
      </dgm:prSet>
      <dgm:spPr/>
    </dgm:pt>
    <dgm:pt modelId="{AEFE1014-2084-46AF-ADC1-E9D647DFC338}" type="pres">
      <dgm:prSet presAssocID="{4E26E5F2-BD6E-4F56-AAEB-A9097723A495}" presName="rootConnector" presStyleLbl="node4" presStyleIdx="7" presStyleCnt="20"/>
      <dgm:spPr/>
    </dgm:pt>
    <dgm:pt modelId="{7AE7935C-95A5-49DD-8DE0-93FBF97312F3}" type="pres">
      <dgm:prSet presAssocID="{4E26E5F2-BD6E-4F56-AAEB-A9097723A495}" presName="hierChild4" presStyleCnt="0"/>
      <dgm:spPr/>
    </dgm:pt>
    <dgm:pt modelId="{A1AB22B3-0620-4664-BC7C-9D8D2C0C114D}" type="pres">
      <dgm:prSet presAssocID="{4E0643B4-7133-4A58-88E3-E3B6CCC4E905}" presName="Name64" presStyleLbl="parChTrans1D4" presStyleIdx="8" presStyleCnt="20"/>
      <dgm:spPr/>
    </dgm:pt>
    <dgm:pt modelId="{82311AF8-DA10-4C50-845C-038C31B8115A}" type="pres">
      <dgm:prSet presAssocID="{6975AF50-8DE6-4E6C-B09D-125DFDE6A017}" presName="hierRoot2" presStyleCnt="0">
        <dgm:presLayoutVars>
          <dgm:hierBranch val="init"/>
        </dgm:presLayoutVars>
      </dgm:prSet>
      <dgm:spPr/>
    </dgm:pt>
    <dgm:pt modelId="{8F5483AE-2918-42DB-BB51-F60CD68FB2FA}" type="pres">
      <dgm:prSet presAssocID="{6975AF50-8DE6-4E6C-B09D-125DFDE6A017}" presName="rootComposite" presStyleCnt="0"/>
      <dgm:spPr/>
    </dgm:pt>
    <dgm:pt modelId="{C17AE442-9A06-4049-8AAA-933E64253520}" type="pres">
      <dgm:prSet presAssocID="{6975AF50-8DE6-4E6C-B09D-125DFDE6A017}" presName="rootText" presStyleLbl="node4" presStyleIdx="8" presStyleCnt="20">
        <dgm:presLayoutVars>
          <dgm:chPref val="3"/>
        </dgm:presLayoutVars>
      </dgm:prSet>
      <dgm:spPr/>
    </dgm:pt>
    <dgm:pt modelId="{3F07110B-F007-4E4B-8178-5D9B14EAF254}" type="pres">
      <dgm:prSet presAssocID="{6975AF50-8DE6-4E6C-B09D-125DFDE6A017}" presName="rootConnector" presStyleLbl="node4" presStyleIdx="8" presStyleCnt="20"/>
      <dgm:spPr/>
    </dgm:pt>
    <dgm:pt modelId="{4265D34C-FA1F-4AD4-A161-413760373363}" type="pres">
      <dgm:prSet presAssocID="{6975AF50-8DE6-4E6C-B09D-125DFDE6A017}" presName="hierChild4" presStyleCnt="0"/>
      <dgm:spPr/>
    </dgm:pt>
    <dgm:pt modelId="{48F84D60-546F-4880-B6B5-1E95D46BF2F4}" type="pres">
      <dgm:prSet presAssocID="{6975AF50-8DE6-4E6C-B09D-125DFDE6A017}" presName="hierChild5" presStyleCnt="0"/>
      <dgm:spPr/>
    </dgm:pt>
    <dgm:pt modelId="{675D23E8-5590-48B9-8D06-5B15AC4A8C2E}" type="pres">
      <dgm:prSet presAssocID="{9955F1C3-9BFA-4268-88B5-E4BFB0354FBF}" presName="Name64" presStyleLbl="parChTrans1D4" presStyleIdx="9" presStyleCnt="20"/>
      <dgm:spPr/>
    </dgm:pt>
    <dgm:pt modelId="{D1DB556D-CFA0-4227-81D4-7FFDBD6132BA}" type="pres">
      <dgm:prSet presAssocID="{2ADFC647-5341-48DB-BCFA-155E0BBC9FF5}" presName="hierRoot2" presStyleCnt="0">
        <dgm:presLayoutVars>
          <dgm:hierBranch val="init"/>
        </dgm:presLayoutVars>
      </dgm:prSet>
      <dgm:spPr/>
    </dgm:pt>
    <dgm:pt modelId="{85F1DC89-26C8-45B3-9EC7-C293C994C603}" type="pres">
      <dgm:prSet presAssocID="{2ADFC647-5341-48DB-BCFA-155E0BBC9FF5}" presName="rootComposite" presStyleCnt="0"/>
      <dgm:spPr/>
    </dgm:pt>
    <dgm:pt modelId="{FEFE3C91-F549-49FB-BE12-655DE361760F}" type="pres">
      <dgm:prSet presAssocID="{2ADFC647-5341-48DB-BCFA-155E0BBC9FF5}" presName="rootText" presStyleLbl="node4" presStyleIdx="9" presStyleCnt="20">
        <dgm:presLayoutVars>
          <dgm:chPref val="3"/>
        </dgm:presLayoutVars>
      </dgm:prSet>
      <dgm:spPr/>
    </dgm:pt>
    <dgm:pt modelId="{60FEE142-6495-47A0-B2D4-0006AFB8E7E5}" type="pres">
      <dgm:prSet presAssocID="{2ADFC647-5341-48DB-BCFA-155E0BBC9FF5}" presName="rootConnector" presStyleLbl="node4" presStyleIdx="9" presStyleCnt="20"/>
      <dgm:spPr/>
    </dgm:pt>
    <dgm:pt modelId="{06F6621A-D097-42AB-A786-C38B8FC8B5ED}" type="pres">
      <dgm:prSet presAssocID="{2ADFC647-5341-48DB-BCFA-155E0BBC9FF5}" presName="hierChild4" presStyleCnt="0"/>
      <dgm:spPr/>
    </dgm:pt>
    <dgm:pt modelId="{B9AE0CEB-88F1-4E5E-804D-A4736C6D2D01}" type="pres">
      <dgm:prSet presAssocID="{2ADFC647-5341-48DB-BCFA-155E0BBC9FF5}" presName="hierChild5" presStyleCnt="0"/>
      <dgm:spPr/>
    </dgm:pt>
    <dgm:pt modelId="{EBD18103-8470-40EF-922A-CF78C7D518F2}" type="pres">
      <dgm:prSet presAssocID="{FD05CC81-27BB-4D4D-A3CA-96D037AD2745}" presName="Name64" presStyleLbl="parChTrans1D4" presStyleIdx="10" presStyleCnt="20"/>
      <dgm:spPr/>
    </dgm:pt>
    <dgm:pt modelId="{CF52BB0F-B3C2-459C-8BA3-B51B7343E6A3}" type="pres">
      <dgm:prSet presAssocID="{817B4F66-2961-4859-A02E-0E8D1685A9A4}" presName="hierRoot2" presStyleCnt="0">
        <dgm:presLayoutVars>
          <dgm:hierBranch val="init"/>
        </dgm:presLayoutVars>
      </dgm:prSet>
      <dgm:spPr/>
    </dgm:pt>
    <dgm:pt modelId="{0D45114E-687D-4725-8801-093D6AF9A138}" type="pres">
      <dgm:prSet presAssocID="{817B4F66-2961-4859-A02E-0E8D1685A9A4}" presName="rootComposite" presStyleCnt="0"/>
      <dgm:spPr/>
    </dgm:pt>
    <dgm:pt modelId="{582CEAE5-1AD5-43E2-A22B-221BE4B7F9D8}" type="pres">
      <dgm:prSet presAssocID="{817B4F66-2961-4859-A02E-0E8D1685A9A4}" presName="rootText" presStyleLbl="node4" presStyleIdx="10" presStyleCnt="20">
        <dgm:presLayoutVars>
          <dgm:chPref val="3"/>
        </dgm:presLayoutVars>
      </dgm:prSet>
      <dgm:spPr/>
    </dgm:pt>
    <dgm:pt modelId="{E87FC8AE-11D9-481B-86EE-FD5C780CECB3}" type="pres">
      <dgm:prSet presAssocID="{817B4F66-2961-4859-A02E-0E8D1685A9A4}" presName="rootConnector" presStyleLbl="node4" presStyleIdx="10" presStyleCnt="20"/>
      <dgm:spPr/>
    </dgm:pt>
    <dgm:pt modelId="{E66B325D-A3B2-41F3-8083-4255499C3A68}" type="pres">
      <dgm:prSet presAssocID="{817B4F66-2961-4859-A02E-0E8D1685A9A4}" presName="hierChild4" presStyleCnt="0"/>
      <dgm:spPr/>
    </dgm:pt>
    <dgm:pt modelId="{C4FDEAFF-CCE4-454A-8CE6-228A1394B70D}" type="pres">
      <dgm:prSet presAssocID="{817B4F66-2961-4859-A02E-0E8D1685A9A4}" presName="hierChild5" presStyleCnt="0"/>
      <dgm:spPr/>
    </dgm:pt>
    <dgm:pt modelId="{24592D88-3549-4B78-B2FC-ADE8B5F82E54}" type="pres">
      <dgm:prSet presAssocID="{37FC287D-A9B6-46EE-9F57-B6172D2C869E}" presName="Name64" presStyleLbl="parChTrans1D4" presStyleIdx="11" presStyleCnt="20"/>
      <dgm:spPr/>
    </dgm:pt>
    <dgm:pt modelId="{3A3E6F48-468C-4126-ADAA-8D3E1D207D73}" type="pres">
      <dgm:prSet presAssocID="{00B9ED07-DB44-4D39-91D8-A1A6815C6BEA}" presName="hierRoot2" presStyleCnt="0">
        <dgm:presLayoutVars>
          <dgm:hierBranch val="init"/>
        </dgm:presLayoutVars>
      </dgm:prSet>
      <dgm:spPr/>
    </dgm:pt>
    <dgm:pt modelId="{C17F5C95-92F8-4A2B-A56F-04DD73531961}" type="pres">
      <dgm:prSet presAssocID="{00B9ED07-DB44-4D39-91D8-A1A6815C6BEA}" presName="rootComposite" presStyleCnt="0"/>
      <dgm:spPr/>
    </dgm:pt>
    <dgm:pt modelId="{69BF3EE5-B2E6-4C9F-8DAF-136EABB0D680}" type="pres">
      <dgm:prSet presAssocID="{00B9ED07-DB44-4D39-91D8-A1A6815C6BEA}" presName="rootText" presStyleLbl="node4" presStyleIdx="11" presStyleCnt="20">
        <dgm:presLayoutVars>
          <dgm:chPref val="3"/>
        </dgm:presLayoutVars>
      </dgm:prSet>
      <dgm:spPr/>
    </dgm:pt>
    <dgm:pt modelId="{067392AD-1770-4FA5-8D6C-B10F115DD553}" type="pres">
      <dgm:prSet presAssocID="{00B9ED07-DB44-4D39-91D8-A1A6815C6BEA}" presName="rootConnector" presStyleLbl="node4" presStyleIdx="11" presStyleCnt="20"/>
      <dgm:spPr/>
    </dgm:pt>
    <dgm:pt modelId="{23AC9090-C5BD-466C-800F-51C58CA04621}" type="pres">
      <dgm:prSet presAssocID="{00B9ED07-DB44-4D39-91D8-A1A6815C6BEA}" presName="hierChild4" presStyleCnt="0"/>
      <dgm:spPr/>
    </dgm:pt>
    <dgm:pt modelId="{EA3ADDEF-03EF-4381-93E3-18BB65CC52A0}" type="pres">
      <dgm:prSet presAssocID="{00B9ED07-DB44-4D39-91D8-A1A6815C6BEA}" presName="hierChild5" presStyleCnt="0"/>
      <dgm:spPr/>
    </dgm:pt>
    <dgm:pt modelId="{6C41C8FA-E97A-461D-94F8-3B1BD151202F}" type="pres">
      <dgm:prSet presAssocID="{4394B275-778F-4507-96F9-0587FA8CCC3B}" presName="Name64" presStyleLbl="parChTrans1D4" presStyleIdx="12" presStyleCnt="20"/>
      <dgm:spPr/>
    </dgm:pt>
    <dgm:pt modelId="{08B9D16B-3A2A-432D-899E-913BE1D51081}" type="pres">
      <dgm:prSet presAssocID="{01BA77BE-8FAC-4970-B185-EEAEB2A8DA5E}" presName="hierRoot2" presStyleCnt="0">
        <dgm:presLayoutVars>
          <dgm:hierBranch val="init"/>
        </dgm:presLayoutVars>
      </dgm:prSet>
      <dgm:spPr/>
    </dgm:pt>
    <dgm:pt modelId="{93BEE954-FCBA-4148-9618-B89FA7B73E23}" type="pres">
      <dgm:prSet presAssocID="{01BA77BE-8FAC-4970-B185-EEAEB2A8DA5E}" presName="rootComposite" presStyleCnt="0"/>
      <dgm:spPr/>
    </dgm:pt>
    <dgm:pt modelId="{B8B640A3-00F2-4F49-AB96-9441E2D750AF}" type="pres">
      <dgm:prSet presAssocID="{01BA77BE-8FAC-4970-B185-EEAEB2A8DA5E}" presName="rootText" presStyleLbl="node4" presStyleIdx="12" presStyleCnt="20">
        <dgm:presLayoutVars>
          <dgm:chPref val="3"/>
        </dgm:presLayoutVars>
      </dgm:prSet>
      <dgm:spPr/>
    </dgm:pt>
    <dgm:pt modelId="{E538F926-C911-4187-B842-2FF90E05D690}" type="pres">
      <dgm:prSet presAssocID="{01BA77BE-8FAC-4970-B185-EEAEB2A8DA5E}" presName="rootConnector" presStyleLbl="node4" presStyleIdx="12" presStyleCnt="20"/>
      <dgm:spPr/>
    </dgm:pt>
    <dgm:pt modelId="{160C8E13-3F93-476E-B742-4C345106B175}" type="pres">
      <dgm:prSet presAssocID="{01BA77BE-8FAC-4970-B185-EEAEB2A8DA5E}" presName="hierChild4" presStyleCnt="0"/>
      <dgm:spPr/>
    </dgm:pt>
    <dgm:pt modelId="{2ED4319C-BF4C-4D56-B983-711A5CCFEE18}" type="pres">
      <dgm:prSet presAssocID="{01BA77BE-8FAC-4970-B185-EEAEB2A8DA5E}" presName="hierChild5" presStyleCnt="0"/>
      <dgm:spPr/>
    </dgm:pt>
    <dgm:pt modelId="{8F7CAB49-8FAC-450B-8548-6798F3BDBF4B}" type="pres">
      <dgm:prSet presAssocID="{4E26E5F2-BD6E-4F56-AAEB-A9097723A495}" presName="hierChild5" presStyleCnt="0"/>
      <dgm:spPr/>
    </dgm:pt>
    <dgm:pt modelId="{76177AA0-D293-4690-A87F-F6CEF7596A45}" type="pres">
      <dgm:prSet presAssocID="{4B1D9538-97D3-4EB0-9802-E134859F7314}" presName="hierChild5" presStyleCnt="0"/>
      <dgm:spPr/>
    </dgm:pt>
    <dgm:pt modelId="{5D1536C3-B086-41AE-8984-779139DD8168}" type="pres">
      <dgm:prSet presAssocID="{BCA8E4B3-0D51-410D-B74A-DF500EC7C1E1}" presName="Name64" presStyleLbl="parChTrans1D3" presStyleIdx="1" presStyleCnt="5"/>
      <dgm:spPr/>
    </dgm:pt>
    <dgm:pt modelId="{F34A60D2-55ED-4AD9-BF92-9B98E914D93D}" type="pres">
      <dgm:prSet presAssocID="{60BC206B-BC01-4408-8DE2-C627C313D093}" presName="hierRoot2" presStyleCnt="0">
        <dgm:presLayoutVars>
          <dgm:hierBranch val="init"/>
        </dgm:presLayoutVars>
      </dgm:prSet>
      <dgm:spPr/>
    </dgm:pt>
    <dgm:pt modelId="{4AC5713D-AEF2-481C-A05D-5B9F1F8E5189}" type="pres">
      <dgm:prSet presAssocID="{60BC206B-BC01-4408-8DE2-C627C313D093}" presName="rootComposite" presStyleCnt="0"/>
      <dgm:spPr/>
    </dgm:pt>
    <dgm:pt modelId="{432B5229-9979-4E42-BC59-ADC337B62277}" type="pres">
      <dgm:prSet presAssocID="{60BC206B-BC01-4408-8DE2-C627C313D093}" presName="rootText" presStyleLbl="node3" presStyleIdx="1" presStyleCnt="5">
        <dgm:presLayoutVars>
          <dgm:chPref val="3"/>
        </dgm:presLayoutVars>
      </dgm:prSet>
      <dgm:spPr/>
    </dgm:pt>
    <dgm:pt modelId="{414D56B0-B642-4A5F-8520-43473FD9FEB0}" type="pres">
      <dgm:prSet presAssocID="{60BC206B-BC01-4408-8DE2-C627C313D093}" presName="rootConnector" presStyleLbl="node3" presStyleIdx="1" presStyleCnt="5"/>
      <dgm:spPr/>
    </dgm:pt>
    <dgm:pt modelId="{AF297CDC-9E4F-4FF8-92C3-F81BB52C3CDB}" type="pres">
      <dgm:prSet presAssocID="{60BC206B-BC01-4408-8DE2-C627C313D093}" presName="hierChild4" presStyleCnt="0"/>
      <dgm:spPr/>
    </dgm:pt>
    <dgm:pt modelId="{69395BAD-27F0-44E8-B8FD-EED7BFC33C84}" type="pres">
      <dgm:prSet presAssocID="{EE54978A-D72F-446B-AE5A-85795E4597C1}" presName="Name64" presStyleLbl="parChTrans1D4" presStyleIdx="13" presStyleCnt="20"/>
      <dgm:spPr/>
    </dgm:pt>
    <dgm:pt modelId="{8D774150-B6FA-4861-A728-0E9D52182B55}" type="pres">
      <dgm:prSet presAssocID="{23BF5EEF-90B5-4C8A-8BB1-CC2657D2BAD8}" presName="hierRoot2" presStyleCnt="0">
        <dgm:presLayoutVars>
          <dgm:hierBranch val="init"/>
        </dgm:presLayoutVars>
      </dgm:prSet>
      <dgm:spPr/>
    </dgm:pt>
    <dgm:pt modelId="{FD021EC8-AF26-4866-9BDD-7CE3D3B5B8DE}" type="pres">
      <dgm:prSet presAssocID="{23BF5EEF-90B5-4C8A-8BB1-CC2657D2BAD8}" presName="rootComposite" presStyleCnt="0"/>
      <dgm:spPr/>
    </dgm:pt>
    <dgm:pt modelId="{B344F199-3AC9-4BC1-958C-437538258C03}" type="pres">
      <dgm:prSet presAssocID="{23BF5EEF-90B5-4C8A-8BB1-CC2657D2BAD8}" presName="rootText" presStyleLbl="node4" presStyleIdx="13" presStyleCnt="20">
        <dgm:presLayoutVars>
          <dgm:chPref val="3"/>
        </dgm:presLayoutVars>
      </dgm:prSet>
      <dgm:spPr/>
    </dgm:pt>
    <dgm:pt modelId="{FEA3548A-F199-4432-B613-4978D411E2BD}" type="pres">
      <dgm:prSet presAssocID="{23BF5EEF-90B5-4C8A-8BB1-CC2657D2BAD8}" presName="rootConnector" presStyleLbl="node4" presStyleIdx="13" presStyleCnt="20"/>
      <dgm:spPr/>
    </dgm:pt>
    <dgm:pt modelId="{036F568E-57C6-42DF-8B39-6FB8EF8664D8}" type="pres">
      <dgm:prSet presAssocID="{23BF5EEF-90B5-4C8A-8BB1-CC2657D2BAD8}" presName="hierChild4" presStyleCnt="0"/>
      <dgm:spPr/>
    </dgm:pt>
    <dgm:pt modelId="{2737F4D9-3371-4888-B373-02251028668E}" type="pres">
      <dgm:prSet presAssocID="{23BF5EEF-90B5-4C8A-8BB1-CC2657D2BAD8}" presName="hierChild5" presStyleCnt="0"/>
      <dgm:spPr/>
    </dgm:pt>
    <dgm:pt modelId="{B83AC629-36BB-4BFB-9D9B-8C631ADAAB18}" type="pres">
      <dgm:prSet presAssocID="{8775EF41-83EE-4ED1-8CB2-44B8CB3249DA}" presName="Name64" presStyleLbl="parChTrans1D4" presStyleIdx="14" presStyleCnt="20"/>
      <dgm:spPr/>
    </dgm:pt>
    <dgm:pt modelId="{0DF1E1F9-5855-4402-B6C5-2E21CD1BDC11}" type="pres">
      <dgm:prSet presAssocID="{58ED04FD-DE25-4C91-825C-1795F3E36D24}" presName="hierRoot2" presStyleCnt="0">
        <dgm:presLayoutVars>
          <dgm:hierBranch val="init"/>
        </dgm:presLayoutVars>
      </dgm:prSet>
      <dgm:spPr/>
    </dgm:pt>
    <dgm:pt modelId="{AB5F0486-A49F-4DBB-90A3-99164DE8EAF9}" type="pres">
      <dgm:prSet presAssocID="{58ED04FD-DE25-4C91-825C-1795F3E36D24}" presName="rootComposite" presStyleCnt="0"/>
      <dgm:spPr/>
    </dgm:pt>
    <dgm:pt modelId="{5B885805-C1D9-44B2-92E2-0F750B5D1D63}" type="pres">
      <dgm:prSet presAssocID="{58ED04FD-DE25-4C91-825C-1795F3E36D24}" presName="rootText" presStyleLbl="node4" presStyleIdx="14" presStyleCnt="20">
        <dgm:presLayoutVars>
          <dgm:chPref val="3"/>
        </dgm:presLayoutVars>
      </dgm:prSet>
      <dgm:spPr/>
    </dgm:pt>
    <dgm:pt modelId="{83566C79-A21F-4A22-B5DA-C78B9B6CD2E5}" type="pres">
      <dgm:prSet presAssocID="{58ED04FD-DE25-4C91-825C-1795F3E36D24}" presName="rootConnector" presStyleLbl="node4" presStyleIdx="14" presStyleCnt="20"/>
      <dgm:spPr/>
    </dgm:pt>
    <dgm:pt modelId="{AA86EA84-8CB3-4899-A383-A6843EBAAEB5}" type="pres">
      <dgm:prSet presAssocID="{58ED04FD-DE25-4C91-825C-1795F3E36D24}" presName="hierChild4" presStyleCnt="0"/>
      <dgm:spPr/>
    </dgm:pt>
    <dgm:pt modelId="{03799383-3041-4E6F-9953-B82E775C247F}" type="pres">
      <dgm:prSet presAssocID="{58ED04FD-DE25-4C91-825C-1795F3E36D24}" presName="hierChild5" presStyleCnt="0"/>
      <dgm:spPr/>
    </dgm:pt>
    <dgm:pt modelId="{E81CCA3F-24DB-40CC-95B7-32F4B175DB57}" type="pres">
      <dgm:prSet presAssocID="{60BC206B-BC01-4408-8DE2-C627C313D093}" presName="hierChild5" presStyleCnt="0"/>
      <dgm:spPr/>
    </dgm:pt>
    <dgm:pt modelId="{C00504C5-33A5-4929-9128-240E2AD7B936}" type="pres">
      <dgm:prSet presAssocID="{9CFBE822-2BE4-490A-817F-3C25BAF778C0}" presName="Name64" presStyleLbl="parChTrans1D3" presStyleIdx="2" presStyleCnt="5"/>
      <dgm:spPr/>
    </dgm:pt>
    <dgm:pt modelId="{2470688C-832C-491F-8218-D437893509EE}" type="pres">
      <dgm:prSet presAssocID="{7EF22EBC-1077-4037-B0E3-6F86F41C4141}" presName="hierRoot2" presStyleCnt="0">
        <dgm:presLayoutVars>
          <dgm:hierBranch val="init"/>
        </dgm:presLayoutVars>
      </dgm:prSet>
      <dgm:spPr/>
    </dgm:pt>
    <dgm:pt modelId="{7648D05B-AED9-40D1-935F-E032F953A74B}" type="pres">
      <dgm:prSet presAssocID="{7EF22EBC-1077-4037-B0E3-6F86F41C4141}" presName="rootComposite" presStyleCnt="0"/>
      <dgm:spPr/>
    </dgm:pt>
    <dgm:pt modelId="{2BF6F2FA-DA55-4D3A-A0D0-A7249F86747F}" type="pres">
      <dgm:prSet presAssocID="{7EF22EBC-1077-4037-B0E3-6F86F41C4141}" presName="rootText" presStyleLbl="node3" presStyleIdx="2" presStyleCnt="5">
        <dgm:presLayoutVars>
          <dgm:chPref val="3"/>
        </dgm:presLayoutVars>
      </dgm:prSet>
      <dgm:spPr/>
    </dgm:pt>
    <dgm:pt modelId="{C09F3F42-298A-44F4-8AD5-0C02CD9E0F1A}" type="pres">
      <dgm:prSet presAssocID="{7EF22EBC-1077-4037-B0E3-6F86F41C4141}" presName="rootConnector" presStyleLbl="node3" presStyleIdx="2" presStyleCnt="5"/>
      <dgm:spPr/>
    </dgm:pt>
    <dgm:pt modelId="{5C439A51-025B-450E-BE32-94893F0D77FB}" type="pres">
      <dgm:prSet presAssocID="{7EF22EBC-1077-4037-B0E3-6F86F41C4141}" presName="hierChild4" presStyleCnt="0"/>
      <dgm:spPr/>
    </dgm:pt>
    <dgm:pt modelId="{B9472154-A834-4E7B-B02C-C6D881B2A524}" type="pres">
      <dgm:prSet presAssocID="{B6E98F6C-F6B8-480D-8513-3A3A95C49969}" presName="Name64" presStyleLbl="parChTrans1D4" presStyleIdx="15" presStyleCnt="20"/>
      <dgm:spPr/>
    </dgm:pt>
    <dgm:pt modelId="{C1F3859F-234A-4131-9AA1-7BDB4D76B05F}" type="pres">
      <dgm:prSet presAssocID="{DE5EB7DA-76AE-4EA9-A806-EAE1C92203D2}" presName="hierRoot2" presStyleCnt="0">
        <dgm:presLayoutVars>
          <dgm:hierBranch val="init"/>
        </dgm:presLayoutVars>
      </dgm:prSet>
      <dgm:spPr/>
    </dgm:pt>
    <dgm:pt modelId="{B171C2CD-229D-4831-A621-92FC95CC1BE2}" type="pres">
      <dgm:prSet presAssocID="{DE5EB7DA-76AE-4EA9-A806-EAE1C92203D2}" presName="rootComposite" presStyleCnt="0"/>
      <dgm:spPr/>
    </dgm:pt>
    <dgm:pt modelId="{EF71C217-F552-41D6-9E9D-0F77C102FB06}" type="pres">
      <dgm:prSet presAssocID="{DE5EB7DA-76AE-4EA9-A806-EAE1C92203D2}" presName="rootText" presStyleLbl="node4" presStyleIdx="15" presStyleCnt="20">
        <dgm:presLayoutVars>
          <dgm:chPref val="3"/>
        </dgm:presLayoutVars>
      </dgm:prSet>
      <dgm:spPr/>
    </dgm:pt>
    <dgm:pt modelId="{14CB3130-D614-478F-9377-9FF9F488E549}" type="pres">
      <dgm:prSet presAssocID="{DE5EB7DA-76AE-4EA9-A806-EAE1C92203D2}" presName="rootConnector" presStyleLbl="node4" presStyleIdx="15" presStyleCnt="20"/>
      <dgm:spPr/>
    </dgm:pt>
    <dgm:pt modelId="{8D9C6478-CF58-4E24-A6AA-AECBF52D69D2}" type="pres">
      <dgm:prSet presAssocID="{DE5EB7DA-76AE-4EA9-A806-EAE1C92203D2}" presName="hierChild4" presStyleCnt="0"/>
      <dgm:spPr/>
    </dgm:pt>
    <dgm:pt modelId="{0AFADF7C-7D75-44D6-9D49-F38E099F602C}" type="pres">
      <dgm:prSet presAssocID="{DE5EB7DA-76AE-4EA9-A806-EAE1C92203D2}" presName="hierChild5" presStyleCnt="0"/>
      <dgm:spPr/>
    </dgm:pt>
    <dgm:pt modelId="{62466570-1170-4857-B295-12A42D789EE6}" type="pres">
      <dgm:prSet presAssocID="{61B6219A-70EB-49B2-AD17-F147D75A945D}" presName="Name64" presStyleLbl="parChTrans1D4" presStyleIdx="16" presStyleCnt="20"/>
      <dgm:spPr/>
    </dgm:pt>
    <dgm:pt modelId="{8A3E77FD-0443-4511-B39D-403A24FF1666}" type="pres">
      <dgm:prSet presAssocID="{49D81239-6F80-4BFC-8D14-1EA2292A561C}" presName="hierRoot2" presStyleCnt="0">
        <dgm:presLayoutVars>
          <dgm:hierBranch val="init"/>
        </dgm:presLayoutVars>
      </dgm:prSet>
      <dgm:spPr/>
    </dgm:pt>
    <dgm:pt modelId="{135E88DF-5C02-44BF-A48A-87B6F2C2B967}" type="pres">
      <dgm:prSet presAssocID="{49D81239-6F80-4BFC-8D14-1EA2292A561C}" presName="rootComposite" presStyleCnt="0"/>
      <dgm:spPr/>
    </dgm:pt>
    <dgm:pt modelId="{3C9020ED-4E3E-4C83-B254-DABF1CC856EA}" type="pres">
      <dgm:prSet presAssocID="{49D81239-6F80-4BFC-8D14-1EA2292A561C}" presName="rootText" presStyleLbl="node4" presStyleIdx="16" presStyleCnt="20">
        <dgm:presLayoutVars>
          <dgm:chPref val="3"/>
        </dgm:presLayoutVars>
      </dgm:prSet>
      <dgm:spPr/>
    </dgm:pt>
    <dgm:pt modelId="{0227D848-C0AC-42A6-98A4-4EAD7F3EE413}" type="pres">
      <dgm:prSet presAssocID="{49D81239-6F80-4BFC-8D14-1EA2292A561C}" presName="rootConnector" presStyleLbl="node4" presStyleIdx="16" presStyleCnt="20"/>
      <dgm:spPr/>
    </dgm:pt>
    <dgm:pt modelId="{857451C3-AFFB-4D25-8D41-27EE333F53CA}" type="pres">
      <dgm:prSet presAssocID="{49D81239-6F80-4BFC-8D14-1EA2292A561C}" presName="hierChild4" presStyleCnt="0"/>
      <dgm:spPr/>
    </dgm:pt>
    <dgm:pt modelId="{9F68CE15-E98E-4528-B832-F21ECF2B5706}" type="pres">
      <dgm:prSet presAssocID="{49D81239-6F80-4BFC-8D14-1EA2292A561C}" presName="hierChild5" presStyleCnt="0"/>
      <dgm:spPr/>
    </dgm:pt>
    <dgm:pt modelId="{3A8522AE-7863-4296-BD33-C35897396FB9}" type="pres">
      <dgm:prSet presAssocID="{5B11769E-8A37-4359-9E00-61E40890A1C3}" presName="Name64" presStyleLbl="parChTrans1D4" presStyleIdx="17" presStyleCnt="20"/>
      <dgm:spPr/>
    </dgm:pt>
    <dgm:pt modelId="{482C75D4-D46F-4653-89E3-35805738D192}" type="pres">
      <dgm:prSet presAssocID="{16CD30BB-0CFA-47F3-AE48-F27B652FD2D3}" presName="hierRoot2" presStyleCnt="0">
        <dgm:presLayoutVars>
          <dgm:hierBranch val="init"/>
        </dgm:presLayoutVars>
      </dgm:prSet>
      <dgm:spPr/>
    </dgm:pt>
    <dgm:pt modelId="{D574A55C-FA9E-49C2-93BA-9E4BCE18C699}" type="pres">
      <dgm:prSet presAssocID="{16CD30BB-0CFA-47F3-AE48-F27B652FD2D3}" presName="rootComposite" presStyleCnt="0"/>
      <dgm:spPr/>
    </dgm:pt>
    <dgm:pt modelId="{3F2D6AEE-1945-445D-B52F-03410F758A73}" type="pres">
      <dgm:prSet presAssocID="{16CD30BB-0CFA-47F3-AE48-F27B652FD2D3}" presName="rootText" presStyleLbl="node4" presStyleIdx="17" presStyleCnt="20">
        <dgm:presLayoutVars>
          <dgm:chPref val="3"/>
        </dgm:presLayoutVars>
      </dgm:prSet>
      <dgm:spPr/>
    </dgm:pt>
    <dgm:pt modelId="{90BA91F0-4546-4DDF-B974-1E78A5F214D9}" type="pres">
      <dgm:prSet presAssocID="{16CD30BB-0CFA-47F3-AE48-F27B652FD2D3}" presName="rootConnector" presStyleLbl="node4" presStyleIdx="17" presStyleCnt="20"/>
      <dgm:spPr/>
    </dgm:pt>
    <dgm:pt modelId="{FDD3E8EB-73E5-40C5-8B1B-569D22076E2D}" type="pres">
      <dgm:prSet presAssocID="{16CD30BB-0CFA-47F3-AE48-F27B652FD2D3}" presName="hierChild4" presStyleCnt="0"/>
      <dgm:spPr/>
    </dgm:pt>
    <dgm:pt modelId="{11008FC1-CA01-4C88-B88D-F7C4C6C59AB8}" type="pres">
      <dgm:prSet presAssocID="{16CD30BB-0CFA-47F3-AE48-F27B652FD2D3}" presName="hierChild5" presStyleCnt="0"/>
      <dgm:spPr/>
    </dgm:pt>
    <dgm:pt modelId="{1E0A8CFC-5880-40FC-B6E4-AAD581BA5C3D}" type="pres">
      <dgm:prSet presAssocID="{7EF22EBC-1077-4037-B0E3-6F86F41C4141}" presName="hierChild5" presStyleCnt="0"/>
      <dgm:spPr/>
    </dgm:pt>
    <dgm:pt modelId="{EE0E6DB7-848B-4009-9100-C76BDC462017}" type="pres">
      <dgm:prSet presAssocID="{A5D7B1A4-BD00-450D-AAEC-6A25B40F8207}" presName="Name64" presStyleLbl="parChTrans1D3" presStyleIdx="3" presStyleCnt="5"/>
      <dgm:spPr/>
    </dgm:pt>
    <dgm:pt modelId="{54CCF77A-D95F-476A-8E13-A439BECBCB99}" type="pres">
      <dgm:prSet presAssocID="{DE83B387-A04A-434B-A753-CF9B25F92A42}" presName="hierRoot2" presStyleCnt="0">
        <dgm:presLayoutVars>
          <dgm:hierBranch val="init"/>
        </dgm:presLayoutVars>
      </dgm:prSet>
      <dgm:spPr/>
    </dgm:pt>
    <dgm:pt modelId="{F5A71B85-9C52-4587-9B10-24162A2FDDB5}" type="pres">
      <dgm:prSet presAssocID="{DE83B387-A04A-434B-A753-CF9B25F92A42}" presName="rootComposite" presStyleCnt="0"/>
      <dgm:spPr/>
    </dgm:pt>
    <dgm:pt modelId="{A68306EA-7C28-445E-AB3A-128E56246C84}" type="pres">
      <dgm:prSet presAssocID="{DE83B387-A04A-434B-A753-CF9B25F92A42}" presName="rootText" presStyleLbl="node3" presStyleIdx="3" presStyleCnt="5">
        <dgm:presLayoutVars>
          <dgm:chPref val="3"/>
        </dgm:presLayoutVars>
      </dgm:prSet>
      <dgm:spPr/>
    </dgm:pt>
    <dgm:pt modelId="{71222FCB-C35E-4B32-B67D-7AC0F1D8C89A}" type="pres">
      <dgm:prSet presAssocID="{DE83B387-A04A-434B-A753-CF9B25F92A42}" presName="rootConnector" presStyleLbl="node3" presStyleIdx="3" presStyleCnt="5"/>
      <dgm:spPr/>
    </dgm:pt>
    <dgm:pt modelId="{690F177B-A7CF-499B-98B2-C81E5E398C41}" type="pres">
      <dgm:prSet presAssocID="{DE83B387-A04A-434B-A753-CF9B25F92A42}" presName="hierChild4" presStyleCnt="0"/>
      <dgm:spPr/>
    </dgm:pt>
    <dgm:pt modelId="{00225295-CD20-44DA-AB18-87B70D4F998C}" type="pres">
      <dgm:prSet presAssocID="{7DDD6DA1-A891-400C-B9E7-AF718B5E312D}" presName="Name64" presStyleLbl="parChTrans1D4" presStyleIdx="18" presStyleCnt="20"/>
      <dgm:spPr/>
    </dgm:pt>
    <dgm:pt modelId="{C4607F15-55DA-4E75-9308-22C768E40C2E}" type="pres">
      <dgm:prSet presAssocID="{EEE53BE7-3C20-4717-9BF2-654278A13EB2}" presName="hierRoot2" presStyleCnt="0">
        <dgm:presLayoutVars>
          <dgm:hierBranch val="init"/>
        </dgm:presLayoutVars>
      </dgm:prSet>
      <dgm:spPr/>
    </dgm:pt>
    <dgm:pt modelId="{C0AEF4C3-55D7-49EA-81D9-103995884A0B}" type="pres">
      <dgm:prSet presAssocID="{EEE53BE7-3C20-4717-9BF2-654278A13EB2}" presName="rootComposite" presStyleCnt="0"/>
      <dgm:spPr/>
    </dgm:pt>
    <dgm:pt modelId="{312EF6D6-007D-4B12-A4B5-5E2F2839773C}" type="pres">
      <dgm:prSet presAssocID="{EEE53BE7-3C20-4717-9BF2-654278A13EB2}" presName="rootText" presStyleLbl="node4" presStyleIdx="18" presStyleCnt="20">
        <dgm:presLayoutVars>
          <dgm:chPref val="3"/>
        </dgm:presLayoutVars>
      </dgm:prSet>
      <dgm:spPr/>
    </dgm:pt>
    <dgm:pt modelId="{8DA9D005-9E36-4207-9171-27E801BF85E3}" type="pres">
      <dgm:prSet presAssocID="{EEE53BE7-3C20-4717-9BF2-654278A13EB2}" presName="rootConnector" presStyleLbl="node4" presStyleIdx="18" presStyleCnt="20"/>
      <dgm:spPr/>
    </dgm:pt>
    <dgm:pt modelId="{4220A351-CEA0-4858-BACF-2AE4BBE62E52}" type="pres">
      <dgm:prSet presAssocID="{EEE53BE7-3C20-4717-9BF2-654278A13EB2}" presName="hierChild4" presStyleCnt="0"/>
      <dgm:spPr/>
    </dgm:pt>
    <dgm:pt modelId="{4E1E3883-8AC7-4BBB-9712-7E47A0925E54}" type="pres">
      <dgm:prSet presAssocID="{EEE53BE7-3C20-4717-9BF2-654278A13EB2}" presName="hierChild5" presStyleCnt="0"/>
      <dgm:spPr/>
    </dgm:pt>
    <dgm:pt modelId="{23084FD9-4A44-4F34-88A2-BFE67D845917}" type="pres">
      <dgm:prSet presAssocID="{DE83B387-A04A-434B-A753-CF9B25F92A42}" presName="hierChild5" presStyleCnt="0"/>
      <dgm:spPr/>
    </dgm:pt>
    <dgm:pt modelId="{3E55DFBE-CA7C-4750-AA19-1BCD80DB4F25}" type="pres">
      <dgm:prSet presAssocID="{51C23967-B46E-4F96-BA4D-A57D4E35FF1C}" presName="Name64" presStyleLbl="parChTrans1D3" presStyleIdx="4" presStyleCnt="5"/>
      <dgm:spPr/>
    </dgm:pt>
    <dgm:pt modelId="{7DA329BC-D648-4BC9-A1A9-30384A1DCEF2}" type="pres">
      <dgm:prSet presAssocID="{F22B55D2-FEE4-4AB0-A6F5-1D0F525E8D11}" presName="hierRoot2" presStyleCnt="0">
        <dgm:presLayoutVars>
          <dgm:hierBranch val="init"/>
        </dgm:presLayoutVars>
      </dgm:prSet>
      <dgm:spPr/>
    </dgm:pt>
    <dgm:pt modelId="{A4CE730F-A228-42D2-909D-1DCF79ECECD9}" type="pres">
      <dgm:prSet presAssocID="{F22B55D2-FEE4-4AB0-A6F5-1D0F525E8D11}" presName="rootComposite" presStyleCnt="0"/>
      <dgm:spPr/>
    </dgm:pt>
    <dgm:pt modelId="{CB7D6ECC-E623-4549-A4B2-2B4C268B6E34}" type="pres">
      <dgm:prSet presAssocID="{F22B55D2-FEE4-4AB0-A6F5-1D0F525E8D11}" presName="rootText" presStyleLbl="node3" presStyleIdx="4" presStyleCnt="5">
        <dgm:presLayoutVars>
          <dgm:chPref val="3"/>
        </dgm:presLayoutVars>
      </dgm:prSet>
      <dgm:spPr/>
    </dgm:pt>
    <dgm:pt modelId="{B320BFAD-9BCF-49AA-BBD5-E1C9CCD78EA6}" type="pres">
      <dgm:prSet presAssocID="{F22B55D2-FEE4-4AB0-A6F5-1D0F525E8D11}" presName="rootConnector" presStyleLbl="node3" presStyleIdx="4" presStyleCnt="5"/>
      <dgm:spPr/>
    </dgm:pt>
    <dgm:pt modelId="{5D5BB738-C1CD-42B2-A853-9DF441BF4CC1}" type="pres">
      <dgm:prSet presAssocID="{F22B55D2-FEE4-4AB0-A6F5-1D0F525E8D11}" presName="hierChild4" presStyleCnt="0"/>
      <dgm:spPr/>
    </dgm:pt>
    <dgm:pt modelId="{636100B9-02DE-43F1-A785-59EE8EA2CF57}" type="pres">
      <dgm:prSet presAssocID="{F77644E0-81B2-4F56-A2B6-4B0221629165}" presName="Name64" presStyleLbl="parChTrans1D4" presStyleIdx="19" presStyleCnt="20"/>
      <dgm:spPr/>
    </dgm:pt>
    <dgm:pt modelId="{8B059DF0-B350-495A-92F1-1A91236D8676}" type="pres">
      <dgm:prSet presAssocID="{A4E5A373-5BF5-4AF3-BBC5-501623534267}" presName="hierRoot2" presStyleCnt="0">
        <dgm:presLayoutVars>
          <dgm:hierBranch val="init"/>
        </dgm:presLayoutVars>
      </dgm:prSet>
      <dgm:spPr/>
    </dgm:pt>
    <dgm:pt modelId="{CECABA6C-B0BC-4B6C-8AB4-2FFAB70FA851}" type="pres">
      <dgm:prSet presAssocID="{A4E5A373-5BF5-4AF3-BBC5-501623534267}" presName="rootComposite" presStyleCnt="0"/>
      <dgm:spPr/>
    </dgm:pt>
    <dgm:pt modelId="{FED72E97-B67A-4285-AF07-98CBE18E66DD}" type="pres">
      <dgm:prSet presAssocID="{A4E5A373-5BF5-4AF3-BBC5-501623534267}" presName="rootText" presStyleLbl="node4" presStyleIdx="19" presStyleCnt="20">
        <dgm:presLayoutVars>
          <dgm:chPref val="3"/>
        </dgm:presLayoutVars>
      </dgm:prSet>
      <dgm:spPr/>
    </dgm:pt>
    <dgm:pt modelId="{B070D054-FB44-4DA8-9F7E-3E7B2B28C69B}" type="pres">
      <dgm:prSet presAssocID="{A4E5A373-5BF5-4AF3-BBC5-501623534267}" presName="rootConnector" presStyleLbl="node4" presStyleIdx="19" presStyleCnt="20"/>
      <dgm:spPr/>
    </dgm:pt>
    <dgm:pt modelId="{5211BDB1-2776-42AF-9D11-3544C883EE6F}" type="pres">
      <dgm:prSet presAssocID="{A4E5A373-5BF5-4AF3-BBC5-501623534267}" presName="hierChild4" presStyleCnt="0"/>
      <dgm:spPr/>
    </dgm:pt>
    <dgm:pt modelId="{39094B5B-16A9-446A-B58E-6F13A985F2F6}" type="pres">
      <dgm:prSet presAssocID="{A4E5A373-5BF5-4AF3-BBC5-501623534267}" presName="hierChild5" presStyleCnt="0"/>
      <dgm:spPr/>
    </dgm:pt>
    <dgm:pt modelId="{364FFA20-FD2C-44A7-A111-80C9ABBB04A3}" type="pres">
      <dgm:prSet presAssocID="{F22B55D2-FEE4-4AB0-A6F5-1D0F525E8D11}" presName="hierChild5" presStyleCnt="0"/>
      <dgm:spPr/>
    </dgm:pt>
    <dgm:pt modelId="{DDE13E1F-ACDE-40A3-A1E4-C75BC51484C4}" type="pres">
      <dgm:prSet presAssocID="{DE529F8F-10A9-4DEB-B3A9-5DF3DCA9153D}" presName="hierChild5" presStyleCnt="0"/>
      <dgm:spPr/>
    </dgm:pt>
    <dgm:pt modelId="{8BC9355C-6257-486C-9D8F-ED6D036B1167}" type="pres">
      <dgm:prSet presAssocID="{59383F6B-E4D4-4568-84C2-AB89B7766D10}" presName="Name64" presStyleLbl="parChTrans1D2" presStyleIdx="3" presStyleCnt="5"/>
      <dgm:spPr/>
    </dgm:pt>
    <dgm:pt modelId="{6CAA118E-7366-48F9-BC9C-C97E32DF6F25}" type="pres">
      <dgm:prSet presAssocID="{69B6601F-FA7B-4793-A129-07358A948257}" presName="hierRoot2" presStyleCnt="0">
        <dgm:presLayoutVars>
          <dgm:hierBranch val="init"/>
        </dgm:presLayoutVars>
      </dgm:prSet>
      <dgm:spPr/>
    </dgm:pt>
    <dgm:pt modelId="{D9D6E36B-4D9C-4CBA-AFEA-C8C5CB9C8CC8}" type="pres">
      <dgm:prSet presAssocID="{69B6601F-FA7B-4793-A129-07358A948257}" presName="rootComposite" presStyleCnt="0"/>
      <dgm:spPr/>
    </dgm:pt>
    <dgm:pt modelId="{39BBAEAC-B01C-422A-8DE2-96AA3E2AF755}" type="pres">
      <dgm:prSet presAssocID="{69B6601F-FA7B-4793-A129-07358A948257}" presName="rootText" presStyleLbl="node2" presStyleIdx="3" presStyleCnt="5">
        <dgm:presLayoutVars>
          <dgm:chPref val="3"/>
        </dgm:presLayoutVars>
      </dgm:prSet>
      <dgm:spPr/>
    </dgm:pt>
    <dgm:pt modelId="{738B9999-5D8C-4D55-AE8F-AC50D555EEDC}" type="pres">
      <dgm:prSet presAssocID="{69B6601F-FA7B-4793-A129-07358A948257}" presName="rootConnector" presStyleLbl="node2" presStyleIdx="3" presStyleCnt="5"/>
      <dgm:spPr/>
    </dgm:pt>
    <dgm:pt modelId="{94A913A6-38B5-4191-AC57-F8202844C0E0}" type="pres">
      <dgm:prSet presAssocID="{69B6601F-FA7B-4793-A129-07358A948257}" presName="hierChild4" presStyleCnt="0"/>
      <dgm:spPr/>
    </dgm:pt>
    <dgm:pt modelId="{9A772734-087C-4257-B98B-BC5299AF572C}" type="pres">
      <dgm:prSet presAssocID="{69B6601F-FA7B-4793-A129-07358A948257}" presName="hierChild5" presStyleCnt="0"/>
      <dgm:spPr/>
    </dgm:pt>
    <dgm:pt modelId="{9A4378A2-F4C1-45F7-A5C5-6C642AEAB20B}" type="pres">
      <dgm:prSet presAssocID="{D58A0F60-E78C-4D52-B888-9AE314F8F753}" presName="Name64" presStyleLbl="parChTrans1D2" presStyleIdx="4" presStyleCnt="5"/>
      <dgm:spPr/>
    </dgm:pt>
    <dgm:pt modelId="{7D029633-9469-40E3-8D8B-07D48304B6B6}" type="pres">
      <dgm:prSet presAssocID="{79488F30-BD9F-424D-9F94-60B7736E1B21}" presName="hierRoot2" presStyleCnt="0">
        <dgm:presLayoutVars>
          <dgm:hierBranch val="init"/>
        </dgm:presLayoutVars>
      </dgm:prSet>
      <dgm:spPr/>
    </dgm:pt>
    <dgm:pt modelId="{F857F2DC-D0D3-40A1-ADE7-F4503CDBF0C7}" type="pres">
      <dgm:prSet presAssocID="{79488F30-BD9F-424D-9F94-60B7736E1B21}" presName="rootComposite" presStyleCnt="0"/>
      <dgm:spPr/>
    </dgm:pt>
    <dgm:pt modelId="{3A237674-69AF-472F-B580-C154FD3D8EC6}" type="pres">
      <dgm:prSet presAssocID="{79488F30-BD9F-424D-9F94-60B7736E1B21}" presName="rootText" presStyleLbl="node2" presStyleIdx="4" presStyleCnt="5">
        <dgm:presLayoutVars>
          <dgm:chPref val="3"/>
        </dgm:presLayoutVars>
      </dgm:prSet>
      <dgm:spPr/>
    </dgm:pt>
    <dgm:pt modelId="{C320421F-65A6-4639-B523-0000940B2E21}" type="pres">
      <dgm:prSet presAssocID="{79488F30-BD9F-424D-9F94-60B7736E1B21}" presName="rootConnector" presStyleLbl="node2" presStyleIdx="4" presStyleCnt="5"/>
      <dgm:spPr/>
    </dgm:pt>
    <dgm:pt modelId="{BC59AB36-2C74-4ABD-94D9-1106A07A0C1C}" type="pres">
      <dgm:prSet presAssocID="{79488F30-BD9F-424D-9F94-60B7736E1B21}" presName="hierChild4" presStyleCnt="0"/>
      <dgm:spPr/>
    </dgm:pt>
    <dgm:pt modelId="{B3401E3B-F960-4F53-B1D1-7229552586D3}" type="pres">
      <dgm:prSet presAssocID="{79488F30-BD9F-424D-9F94-60B7736E1B21}" presName="hierChild5" presStyleCnt="0"/>
      <dgm:spPr/>
    </dgm:pt>
    <dgm:pt modelId="{193F1D95-871A-47ED-AAEA-056253F355CF}" type="pres">
      <dgm:prSet presAssocID="{2DB479AB-0485-4252-8DF8-5842655206C2}" presName="hierChild3" presStyleCnt="0"/>
      <dgm:spPr/>
    </dgm:pt>
  </dgm:ptLst>
  <dgm:cxnLst>
    <dgm:cxn modelId="{503DF300-0F38-4E15-B559-B2211E08E377}" type="presOf" srcId="{2DB479AB-0485-4252-8DF8-5842655206C2}" destId="{7A413F4C-DBB6-46C5-BF3C-22257B686AEB}" srcOrd="0" destOrd="0" presId="urn:microsoft.com/office/officeart/2009/3/layout/HorizontalOrganizationChart"/>
    <dgm:cxn modelId="{5963CE02-B071-4429-878D-ABBDA6AA95D3}" type="presOf" srcId="{57728E35-5DF9-4AB3-B609-BBB9EA484B99}" destId="{5A13CF7E-C42A-4A99-9A12-51A9DD649F6F}" srcOrd="1" destOrd="0" presId="urn:microsoft.com/office/officeart/2009/3/layout/HorizontalOrganizationChart"/>
    <dgm:cxn modelId="{D3DEB004-67EF-460D-9B73-DAC495E1BC88}" type="presOf" srcId="{61B6219A-70EB-49B2-AD17-F147D75A945D}" destId="{62466570-1170-4857-B295-12A42D789EE6}" srcOrd="0" destOrd="0" presId="urn:microsoft.com/office/officeart/2009/3/layout/HorizontalOrganizationChart"/>
    <dgm:cxn modelId="{5DF8AE08-E9F6-4F32-BEF4-1808065C0711}" type="presOf" srcId="{C4F778F5-7D12-487B-BB41-E0E4696F33DC}" destId="{AC1F8BE1-25F5-4CEE-89E3-DF1DF5A553B4}" srcOrd="0" destOrd="0" presId="urn:microsoft.com/office/officeart/2009/3/layout/HorizontalOrganizationChart"/>
    <dgm:cxn modelId="{1EDDD809-24B7-49FE-9C3E-C5EF8B193281}" type="presOf" srcId="{79488F30-BD9F-424D-9F94-60B7736E1B21}" destId="{C320421F-65A6-4639-B523-0000940B2E21}" srcOrd="1" destOrd="0" presId="urn:microsoft.com/office/officeart/2009/3/layout/HorizontalOrganizationChart"/>
    <dgm:cxn modelId="{B098B90B-BB59-4A6E-93CE-9F76B3A9530B}" type="presOf" srcId="{11BB156A-7F57-4406-BFC8-E17684AA7407}" destId="{CA21205F-C3F1-445C-80C3-E9B69E5E8FC1}" srcOrd="0" destOrd="0" presId="urn:microsoft.com/office/officeart/2009/3/layout/HorizontalOrganizationChart"/>
    <dgm:cxn modelId="{C20A3E13-C1C0-4A08-9504-328C30032B42}" type="presOf" srcId="{EE54978A-D72F-446B-AE5A-85795E4597C1}" destId="{69395BAD-27F0-44E8-B8FD-EED7BFC33C84}" srcOrd="0" destOrd="0" presId="urn:microsoft.com/office/officeart/2009/3/layout/HorizontalOrganizationChart"/>
    <dgm:cxn modelId="{3E960B18-777E-482E-A912-6B96D8854AE0}" type="presOf" srcId="{60BC206B-BC01-4408-8DE2-C627C313D093}" destId="{432B5229-9979-4E42-BC59-ADC337B62277}" srcOrd="0" destOrd="0" presId="urn:microsoft.com/office/officeart/2009/3/layout/HorizontalOrganizationChart"/>
    <dgm:cxn modelId="{F649DA19-17A8-49CC-B6FC-3C25C298439B}" type="presOf" srcId="{6975AF50-8DE6-4E6C-B09D-125DFDE6A017}" destId="{C17AE442-9A06-4049-8AAA-933E64253520}" srcOrd="0" destOrd="0" presId="urn:microsoft.com/office/officeart/2009/3/layout/HorizontalOrganizationChart"/>
    <dgm:cxn modelId="{79CB071E-0EDA-4567-AF59-6F0EFC30620E}" type="presOf" srcId="{DE529F8F-10A9-4DEB-B3A9-5DF3DCA9153D}" destId="{4D875453-6FEB-48CC-8FDD-A954067BBD2E}" srcOrd="0" destOrd="0" presId="urn:microsoft.com/office/officeart/2009/3/layout/HorizontalOrganizationChart"/>
    <dgm:cxn modelId="{34C6641E-00A6-4078-9D46-6EF75AE0A929}" type="presOf" srcId="{A4E5A373-5BF5-4AF3-BBC5-501623534267}" destId="{B070D054-FB44-4DA8-9F7E-3E7B2B28C69B}" srcOrd="1" destOrd="0" presId="urn:microsoft.com/office/officeart/2009/3/layout/HorizontalOrganizationChart"/>
    <dgm:cxn modelId="{5ACE2421-5EBF-4A35-AAF6-86FFD14FEADC}" type="presOf" srcId="{AEF47051-5759-4DCD-ACA8-A56CECD51E87}" destId="{CBBDB022-1B31-4638-9200-DE3346A26E39}" srcOrd="0" destOrd="0" presId="urn:microsoft.com/office/officeart/2009/3/layout/HorizontalOrganizationChart"/>
    <dgm:cxn modelId="{BD06B124-1023-4CBD-B460-7FB8B0EB9A22}" type="presOf" srcId="{DE83B387-A04A-434B-A753-CF9B25F92A42}" destId="{A68306EA-7C28-445E-AB3A-128E56246C84}" srcOrd="0" destOrd="0" presId="urn:microsoft.com/office/officeart/2009/3/layout/HorizontalOrganizationChart"/>
    <dgm:cxn modelId="{A7041428-E2CB-40EC-A2AD-07C6A8375F3C}" type="presOf" srcId="{2DB479AB-0485-4252-8DF8-5842655206C2}" destId="{119340BC-B93D-4937-BA88-604C6636C1A3}" srcOrd="1" destOrd="0" presId="urn:microsoft.com/office/officeart/2009/3/layout/HorizontalOrganizationChart"/>
    <dgm:cxn modelId="{DACFE628-4E5E-4C82-B2BC-7B557E92E2EE}" type="presOf" srcId="{31B9158F-2F7C-43E1-B380-6491AE22F21E}" destId="{047ACE6A-5065-4635-909E-49D389365114}" srcOrd="1" destOrd="0" presId="urn:microsoft.com/office/officeart/2009/3/layout/HorizontalOrganizationChart"/>
    <dgm:cxn modelId="{4BE6442F-C03B-4CE6-A853-039C20808055}" srcId="{4B1D9538-97D3-4EB0-9802-E134859F7314}" destId="{57728E35-5DF9-4AB3-B609-BBB9EA484B99}" srcOrd="4" destOrd="0" parTransId="{34B85BD1-0A44-40C0-913B-BB29DBF3BA2A}" sibTransId="{863B857D-EF74-4805-AAFD-7161E907B2CE}"/>
    <dgm:cxn modelId="{5A1F9033-E9C1-41F9-BDB7-91653254AF68}" type="presOf" srcId="{31B9158F-2F7C-43E1-B380-6491AE22F21E}" destId="{4EC95F13-2922-4BE4-B881-ED7CA9F02342}" srcOrd="0" destOrd="0" presId="urn:microsoft.com/office/officeart/2009/3/layout/HorizontalOrganizationChart"/>
    <dgm:cxn modelId="{302DB033-947E-418A-AD3A-7A51486113CB}" type="presOf" srcId="{EC3D1C7D-1510-4C8E-A5F2-0EE6DBEF1A89}" destId="{7E8DE133-7693-4643-8AA7-19BD85F84D01}" srcOrd="0" destOrd="0" presId="urn:microsoft.com/office/officeart/2009/3/layout/HorizontalOrganizationChart"/>
    <dgm:cxn modelId="{840E4237-567D-4CEC-9560-AC323D110464}" type="presOf" srcId="{817B4F66-2961-4859-A02E-0E8D1685A9A4}" destId="{582CEAE5-1AD5-43E2-A22B-221BE4B7F9D8}" srcOrd="0" destOrd="0" presId="urn:microsoft.com/office/officeart/2009/3/layout/HorizontalOrganizationChart"/>
    <dgm:cxn modelId="{6A31DD38-2FC8-4BEB-8731-DDD8C37BB6BE}" type="presOf" srcId="{24FAC70E-E3DC-49E6-858A-75D375D8D01A}" destId="{EE7EC6AA-2BC9-46EB-BA31-E796E73D3F51}" srcOrd="0" destOrd="0" presId="urn:microsoft.com/office/officeart/2009/3/layout/HorizontalOrganizationChart"/>
    <dgm:cxn modelId="{99E27E39-1625-438E-996E-C24134BBED87}" type="presOf" srcId="{8775EF41-83EE-4ED1-8CB2-44B8CB3249DA}" destId="{B83AC629-36BB-4BFB-9D9B-8C631ADAAB18}" srcOrd="0" destOrd="0" presId="urn:microsoft.com/office/officeart/2009/3/layout/HorizontalOrganizationChart"/>
    <dgm:cxn modelId="{3ABE6D3B-70A6-41CF-80BF-AA5D0A8ECACE}" type="presOf" srcId="{F77644E0-81B2-4F56-A2B6-4B0221629165}" destId="{636100B9-02DE-43F1-A785-59EE8EA2CF57}" srcOrd="0" destOrd="0" presId="urn:microsoft.com/office/officeart/2009/3/layout/HorizontalOrganizationChart"/>
    <dgm:cxn modelId="{86C19A3F-86C1-48A8-9226-D24084A07A89}" type="presOf" srcId="{6AB9DDDC-0BB3-4C0B-A4F6-33B02B9B2C46}" destId="{C9D72E92-D341-444E-A113-539056D55B15}" srcOrd="0" destOrd="0" presId="urn:microsoft.com/office/officeart/2009/3/layout/HorizontalOrganizationChart"/>
    <dgm:cxn modelId="{874D405C-D64C-41E9-80FE-57A47B96E9A0}" type="presOf" srcId="{01BA77BE-8FAC-4970-B185-EEAEB2A8DA5E}" destId="{B8B640A3-00F2-4F49-AB96-9441E2D750AF}" srcOrd="0" destOrd="0" presId="urn:microsoft.com/office/officeart/2009/3/layout/HorizontalOrganizationChart"/>
    <dgm:cxn modelId="{0DF67C5E-C7B5-44BE-B851-2D9F9F62A78C}" type="presOf" srcId="{AB3D5387-AD04-4163-B41C-782E7B97D938}" destId="{BC083288-154D-4509-A399-0CD3675A86A5}" srcOrd="0" destOrd="0" presId="urn:microsoft.com/office/officeart/2009/3/layout/HorizontalOrganizationChart"/>
    <dgm:cxn modelId="{55CC0C61-4B6B-4443-BA8C-E7846733C4A7}" type="presOf" srcId="{9AA6DBC1-789F-4E6B-9E9D-DA7E33DAA59F}" destId="{5BEB6233-D2F8-4239-8B6C-36414F01B5EC}" srcOrd="0" destOrd="0" presId="urn:microsoft.com/office/officeart/2009/3/layout/HorizontalOrganizationChart"/>
    <dgm:cxn modelId="{35DC8741-9646-4F19-B20C-10B950E65C98}" type="presOf" srcId="{C1524704-32A5-481D-A6A4-76B55EF1AC54}" destId="{07019317-7CC9-4F1F-8CDA-587681FF6875}" srcOrd="0" destOrd="0" presId="urn:microsoft.com/office/officeart/2009/3/layout/HorizontalOrganizationChart"/>
    <dgm:cxn modelId="{54025144-53B7-4784-BB5D-9A956C1DCC7F}" type="presOf" srcId="{FD05CC81-27BB-4D4D-A3CA-96D037AD2745}" destId="{EBD18103-8470-40EF-922A-CF78C7D518F2}" srcOrd="0" destOrd="0" presId="urn:microsoft.com/office/officeart/2009/3/layout/HorizontalOrganizationChart"/>
    <dgm:cxn modelId="{E251D544-BE26-4AF0-9BF2-631CD18CDC0C}" type="presOf" srcId="{79488F30-BD9F-424D-9F94-60B7736E1B21}" destId="{3A237674-69AF-472F-B580-C154FD3D8EC6}" srcOrd="0" destOrd="0" presId="urn:microsoft.com/office/officeart/2009/3/layout/HorizontalOrganizationChart"/>
    <dgm:cxn modelId="{3CC66866-B144-4B44-BF98-14408F6ED2A3}" srcId="{DE529F8F-10A9-4DEB-B3A9-5DF3DCA9153D}" destId="{4B1D9538-97D3-4EB0-9802-E134859F7314}" srcOrd="0" destOrd="0" parTransId="{474376FC-3391-4544-B3A4-524EBC7903E0}" sibTransId="{28049852-82F3-44A4-8724-25B10A0368DD}"/>
    <dgm:cxn modelId="{52B4C347-5AC9-4F8D-B6C6-70889184E811}" type="presOf" srcId="{9CFBE822-2BE4-490A-817F-3C25BAF778C0}" destId="{C00504C5-33A5-4929-9128-240E2AD7B936}" srcOrd="0" destOrd="0" presId="urn:microsoft.com/office/officeart/2009/3/layout/HorizontalOrganizationChart"/>
    <dgm:cxn modelId="{02511B68-DD98-486A-973B-781E1A212EB0}" type="presOf" srcId="{2ADFC647-5341-48DB-BCFA-155E0BBC9FF5}" destId="{FEFE3C91-F549-49FB-BE12-655DE361760F}" srcOrd="0" destOrd="0" presId="urn:microsoft.com/office/officeart/2009/3/layout/HorizontalOrganizationChart"/>
    <dgm:cxn modelId="{F62F3868-21DE-4D7F-A27D-1B53542B6E13}" srcId="{F22B55D2-FEE4-4AB0-A6F5-1D0F525E8D11}" destId="{A4E5A373-5BF5-4AF3-BBC5-501623534267}" srcOrd="0" destOrd="0" parTransId="{F77644E0-81B2-4F56-A2B6-4B0221629165}" sibTransId="{5EE3B23E-DD1B-49A9-898E-0077005C3EDA}"/>
    <dgm:cxn modelId="{6FCB094A-0969-4602-9840-AC28F617FFB1}" type="presOf" srcId="{C4F778F5-7D12-487B-BB41-E0E4696F33DC}" destId="{E497ACD0-9AB2-418C-AEFC-959DC611E241}" srcOrd="1" destOrd="0" presId="urn:microsoft.com/office/officeart/2009/3/layout/HorizontalOrganizationChart"/>
    <dgm:cxn modelId="{2B21976B-AEF1-4E7C-8F1A-34E4D300AAB6}" type="presOf" srcId="{50C85559-9B37-44F2-A38E-1B525B3E0CBC}" destId="{F8CADC6D-7038-41CD-B3AD-D0591959CB93}" srcOrd="0" destOrd="0" presId="urn:microsoft.com/office/officeart/2009/3/layout/HorizontalOrganizationChart"/>
    <dgm:cxn modelId="{3057AB6C-CEB3-4BD5-92E8-AA95E9E377C3}" srcId="{2DB479AB-0485-4252-8DF8-5842655206C2}" destId="{207F6C17-19D2-4F16-A162-937B84DEEFA7}" srcOrd="1" destOrd="0" parTransId="{9AA6DBC1-789F-4E6B-9E9D-DA7E33DAA59F}" sibTransId="{2934FBE3-6C91-41AF-A282-45978523095F}"/>
    <dgm:cxn modelId="{E0A8264D-4EC4-48DC-99B3-CA11DFC9FF19}" type="presOf" srcId="{58ED04FD-DE25-4C91-825C-1795F3E36D24}" destId="{5B885805-C1D9-44B2-92E2-0F750B5D1D63}" srcOrd="0" destOrd="0" presId="urn:microsoft.com/office/officeart/2009/3/layout/HorizontalOrganizationChart"/>
    <dgm:cxn modelId="{2640AE4D-8A9C-4CEB-8990-C8FED15A5E37}" type="presOf" srcId="{37FC287D-A9B6-46EE-9F57-B6172D2C869E}" destId="{24592D88-3549-4B78-B2FC-ADE8B5F82E54}" srcOrd="0" destOrd="0" presId="urn:microsoft.com/office/officeart/2009/3/layout/HorizontalOrganizationChart"/>
    <dgm:cxn modelId="{A581D36D-7DEF-4F9F-9E67-1D06DCA61660}" type="presOf" srcId="{9C7953E0-ED54-412B-B03E-46EF7A836D4D}" destId="{00B7AE18-AECE-4C44-BB66-A4DCB5848E7D}" srcOrd="0" destOrd="0" presId="urn:microsoft.com/office/officeart/2009/3/layout/HorizontalOrganizationChart"/>
    <dgm:cxn modelId="{60F02F50-FC56-40D8-803A-72AF4CCCCF21}" type="presOf" srcId="{16CD30BB-0CFA-47F3-AE48-F27B652FD2D3}" destId="{90BA91F0-4546-4DDF-B974-1E78A5F214D9}" srcOrd="1" destOrd="0" presId="urn:microsoft.com/office/officeart/2009/3/layout/HorizontalOrganizationChart"/>
    <dgm:cxn modelId="{FD26A250-802D-4BE5-8A8B-F01FE9A4357E}" type="presOf" srcId="{00B9ED07-DB44-4D39-91D8-A1A6815C6BEA}" destId="{067392AD-1770-4FA5-8D6C-B10F115DD553}" srcOrd="1" destOrd="0" presId="urn:microsoft.com/office/officeart/2009/3/layout/HorizontalOrganizationChart"/>
    <dgm:cxn modelId="{BFAC6375-F864-418E-9567-DF64230C1DB2}" type="presOf" srcId="{A50C06CF-8CB7-4BB1-BF34-41099A562E68}" destId="{33BC11C1-3762-409F-BD3E-939AFE63E0AB}" srcOrd="0" destOrd="0" presId="urn:microsoft.com/office/officeart/2009/3/layout/HorizontalOrganizationChart"/>
    <dgm:cxn modelId="{48E45776-13BD-4C84-81BE-0CE63C5FAB29}" type="presOf" srcId="{DE5EB7DA-76AE-4EA9-A806-EAE1C92203D2}" destId="{EF71C217-F552-41D6-9E9D-0F77C102FB06}" srcOrd="0" destOrd="0" presId="urn:microsoft.com/office/officeart/2009/3/layout/HorizontalOrganizationChart"/>
    <dgm:cxn modelId="{4E50AD56-CBC6-4DD7-873D-60C5CCCE9669}" type="presOf" srcId="{F4371BA4-5853-4E3D-ABD7-F930571F75E9}" destId="{F8C1908E-487D-4782-98E1-FF5AD3ED7846}" srcOrd="0" destOrd="0" presId="urn:microsoft.com/office/officeart/2009/3/layout/HorizontalOrganizationChart"/>
    <dgm:cxn modelId="{412FE476-CFE0-49CC-8D8E-C312CF619486}" type="presOf" srcId="{9955F1C3-9BFA-4268-88B5-E4BFB0354FBF}" destId="{675D23E8-5590-48B9-8D06-5B15AC4A8C2E}" srcOrd="0" destOrd="0" presId="urn:microsoft.com/office/officeart/2009/3/layout/HorizontalOrganizationChart"/>
    <dgm:cxn modelId="{1CBE1D57-4021-4123-B1D6-917718B9DC8F}" type="presOf" srcId="{4B1D9538-97D3-4EB0-9802-E134859F7314}" destId="{55925AE6-6ED0-475C-8F4E-43E594AA8157}" srcOrd="1" destOrd="0" presId="urn:microsoft.com/office/officeart/2009/3/layout/HorizontalOrganizationChart"/>
    <dgm:cxn modelId="{E71FFB77-E565-40E5-8B11-A45B40D5F894}" type="presOf" srcId="{34B85BD1-0A44-40C0-913B-BB29DBF3BA2A}" destId="{24819807-3127-496A-9311-F1D41AD332DA}" srcOrd="0" destOrd="0" presId="urn:microsoft.com/office/officeart/2009/3/layout/HorizontalOrganizationChart"/>
    <dgm:cxn modelId="{16201479-9793-40DA-BEA1-5C959A1DEECF}" srcId="{DE529F8F-10A9-4DEB-B3A9-5DF3DCA9153D}" destId="{60BC206B-BC01-4408-8DE2-C627C313D093}" srcOrd="1" destOrd="0" parTransId="{BCA8E4B3-0D51-410D-B74A-DF500EC7C1E1}" sibTransId="{0F872033-D7B0-4480-9995-896C93E0C6A8}"/>
    <dgm:cxn modelId="{5AAD2359-D19D-4D99-8388-4283ED01073A}" type="presOf" srcId="{6975AF50-8DE6-4E6C-B09D-125DFDE6A017}" destId="{3F07110B-F007-4E4B-8178-5D9B14EAF254}" srcOrd="1" destOrd="0" presId="urn:microsoft.com/office/officeart/2009/3/layout/HorizontalOrganizationChart"/>
    <dgm:cxn modelId="{5D42E67A-6A5A-4C83-A933-E04372B84B46}" srcId="{2DB479AB-0485-4252-8DF8-5842655206C2}" destId="{DE529F8F-10A9-4DEB-B3A9-5DF3DCA9153D}" srcOrd="2" destOrd="0" parTransId="{EB4C4A4B-C91D-4E34-9003-25B0EAEB7103}" sibTransId="{38BF1D6C-051C-4E6A-9C4A-93C0A0B6B4DA}"/>
    <dgm:cxn modelId="{9A8DDA7C-A601-4E5C-83DC-7FF598FA1514}" srcId="{DE529F8F-10A9-4DEB-B3A9-5DF3DCA9153D}" destId="{7EF22EBC-1077-4037-B0E3-6F86F41C4141}" srcOrd="2" destOrd="0" parTransId="{9CFBE822-2BE4-490A-817F-3C25BAF778C0}" sibTransId="{70DF2EBF-917A-4CE5-B11A-8CCE50C8350F}"/>
    <dgm:cxn modelId="{F86BBD81-993C-4A75-A9C6-96F97FB24462}" srcId="{DE529F8F-10A9-4DEB-B3A9-5DF3DCA9153D}" destId="{F22B55D2-FEE4-4AB0-A6F5-1D0F525E8D11}" srcOrd="4" destOrd="0" parTransId="{51C23967-B46E-4F96-BA4D-A57D4E35FF1C}" sibTransId="{EE828DDE-FF64-4C60-89C6-502F150935F6}"/>
    <dgm:cxn modelId="{0A579C82-DB62-49CF-9636-3D3E54EF70AE}" type="presOf" srcId="{59383F6B-E4D4-4568-84C2-AB89B7766D10}" destId="{8BC9355C-6257-486C-9D8F-ED6D036B1167}" srcOrd="0" destOrd="0" presId="urn:microsoft.com/office/officeart/2009/3/layout/HorizontalOrganizationChart"/>
    <dgm:cxn modelId="{01F44E83-98BA-4B76-AAB5-8761C6786BB0}" type="presOf" srcId="{207F6C17-19D2-4F16-A162-937B84DEEFA7}" destId="{6F97CAE7-EEC9-4F8C-A9E5-87F1AB47FC54}" srcOrd="0" destOrd="0" presId="urn:microsoft.com/office/officeart/2009/3/layout/HorizontalOrganizationChart"/>
    <dgm:cxn modelId="{27806F87-16B2-4EB5-BA61-34731749D5E0}" type="presOf" srcId="{4394B275-778F-4507-96F9-0587FA8CCC3B}" destId="{6C41C8FA-E97A-461D-94F8-3B1BD151202F}" srcOrd="0" destOrd="0" presId="urn:microsoft.com/office/officeart/2009/3/layout/HorizontalOrganizationChart"/>
    <dgm:cxn modelId="{744EB387-90BE-4F42-97A9-E443C5B52A01}" type="presOf" srcId="{817B4F66-2961-4859-A02E-0E8D1685A9A4}" destId="{E87FC8AE-11D9-481B-86EE-FD5C780CECB3}" srcOrd="1" destOrd="0" presId="urn:microsoft.com/office/officeart/2009/3/layout/HorizontalOrganizationChart"/>
    <dgm:cxn modelId="{A8123888-132B-4DFB-9DE2-F4CEBFB60128}" type="presOf" srcId="{49D81239-6F80-4BFC-8D14-1EA2292A561C}" destId="{3C9020ED-4E3E-4C83-B254-DABF1CC856EA}" srcOrd="0" destOrd="0" presId="urn:microsoft.com/office/officeart/2009/3/layout/HorizontalOrganizationChart"/>
    <dgm:cxn modelId="{B2F6188B-EA8C-4834-93A7-7A9CDB579777}" srcId="{DE529F8F-10A9-4DEB-B3A9-5DF3DCA9153D}" destId="{DE83B387-A04A-434B-A753-CF9B25F92A42}" srcOrd="3" destOrd="0" parTransId="{A5D7B1A4-BD00-450D-AAEC-6A25B40F8207}" sibTransId="{97E23494-2805-4494-9475-EF484CF5A230}"/>
    <dgm:cxn modelId="{A3D0BD8C-E94D-4595-BD52-631E0B90CF16}" srcId="{4E26E5F2-BD6E-4F56-AAEB-A9097723A495}" destId="{00B9ED07-DB44-4D39-91D8-A1A6815C6BEA}" srcOrd="3" destOrd="0" parTransId="{37FC287D-A9B6-46EE-9F57-B6172D2C869E}" sibTransId="{617C07C4-962B-4903-8FC8-2A0BBFA6FA50}"/>
    <dgm:cxn modelId="{C18AF18D-1FA4-4DB2-A7AD-6D0136AEFFDC}" type="presOf" srcId="{D58A0F60-E78C-4D52-B888-9AE314F8F753}" destId="{9A4378A2-F4C1-45F7-A5C5-6C642AEAB20B}" srcOrd="0" destOrd="0" presId="urn:microsoft.com/office/officeart/2009/3/layout/HorizontalOrganizationChart"/>
    <dgm:cxn modelId="{B21B2D8F-C516-425B-A02C-0DADC55D0498}" srcId="{7EF22EBC-1077-4037-B0E3-6F86F41C4141}" destId="{16CD30BB-0CFA-47F3-AE48-F27B652FD2D3}" srcOrd="2" destOrd="0" parTransId="{5B11769E-8A37-4359-9E00-61E40890A1C3}" sibTransId="{8DA13760-F757-4F81-B337-C833C6ED507A}"/>
    <dgm:cxn modelId="{C41C3590-4733-40CD-AF88-9437A320706B}" type="presOf" srcId="{4E26E5F2-BD6E-4F56-AAEB-A9097723A495}" destId="{1935FD5B-C66C-4486-95B1-C88089E1AD7B}" srcOrd="0" destOrd="0" presId="urn:microsoft.com/office/officeart/2009/3/layout/HorizontalOrganizationChart"/>
    <dgm:cxn modelId="{602A8E92-4BBE-4900-8B19-EE3DEEAE76D6}" type="presOf" srcId="{BCA8E4B3-0D51-410D-B74A-DF500EC7C1E1}" destId="{5D1536C3-B086-41AE-8984-779139DD8168}" srcOrd="0" destOrd="0" presId="urn:microsoft.com/office/officeart/2009/3/layout/HorizontalOrganizationChart"/>
    <dgm:cxn modelId="{2B925499-D763-4F76-AC9E-13363B9D697A}" srcId="{2DB479AB-0485-4252-8DF8-5842655206C2}" destId="{2724C2C7-A605-41DB-994D-5D7C89B68805}" srcOrd="0" destOrd="0" parTransId="{C055CB0A-A0F6-4316-BE74-391618A69A43}" sibTransId="{D4E9FD1D-F0DA-476B-A1A3-27150682C94A}"/>
    <dgm:cxn modelId="{55DAE69B-D2D0-45B5-9C5E-F0B49156EE39}" type="presOf" srcId="{DE83B387-A04A-434B-A753-CF9B25F92A42}" destId="{71222FCB-C35E-4B32-B67D-7AC0F1D8C89A}" srcOrd="1" destOrd="0" presId="urn:microsoft.com/office/officeart/2009/3/layout/HorizontalOrganizationChart"/>
    <dgm:cxn modelId="{515E2D9E-4E75-4774-B878-AB5CD125D8C7}" srcId="{4E26E5F2-BD6E-4F56-AAEB-A9097723A495}" destId="{01BA77BE-8FAC-4970-B185-EEAEB2A8DA5E}" srcOrd="4" destOrd="0" parTransId="{4394B275-778F-4507-96F9-0587FA8CCC3B}" sibTransId="{294A6B26-1425-4272-A870-CE0914D9AA10}"/>
    <dgm:cxn modelId="{229139A0-0DC9-4382-A5F0-C901C2EE1392}" type="presOf" srcId="{50C85559-9B37-44F2-A38E-1B525B3E0CBC}" destId="{9E056053-0B33-4340-A23E-5674E3201FA5}" srcOrd="1" destOrd="0" presId="urn:microsoft.com/office/officeart/2009/3/layout/HorizontalOrganizationChart"/>
    <dgm:cxn modelId="{294467A6-E2E1-4629-A249-F3E0281D17C3}" type="presOf" srcId="{57728E35-5DF9-4AB3-B609-BBB9EA484B99}" destId="{C0DE2309-99B8-4F78-82C6-B687E03CAFDC}" srcOrd="0" destOrd="0" presId="urn:microsoft.com/office/officeart/2009/3/layout/HorizontalOrganizationChart"/>
    <dgm:cxn modelId="{505A33A9-7C53-4B8F-80AB-CD4462E0AD37}" type="presOf" srcId="{DE529F8F-10A9-4DEB-B3A9-5DF3DCA9153D}" destId="{34E15B12-74F9-4E37-B909-B7D4E4195E35}" srcOrd="1" destOrd="0" presId="urn:microsoft.com/office/officeart/2009/3/layout/HorizontalOrganizationChart"/>
    <dgm:cxn modelId="{D8E569A9-B103-4FB3-BB3A-F3B77F623DE7}" type="presOf" srcId="{627026E5-FC94-4AB8-9C3C-B9D4824E6B4E}" destId="{D7F40753-0351-4FF2-818E-DDD14DA1344C}" srcOrd="0" destOrd="0" presId="urn:microsoft.com/office/officeart/2009/3/layout/HorizontalOrganizationChart"/>
    <dgm:cxn modelId="{EF9FD2A9-664C-4156-AFB2-FAB314A4BADD}" srcId="{4B1D9538-97D3-4EB0-9802-E134859F7314}" destId="{627026E5-FC94-4AB8-9C3C-B9D4824E6B4E}" srcOrd="0" destOrd="0" parTransId="{24FAC70E-E3DC-49E6-858A-75D375D8D01A}" sibTransId="{DB83078E-4264-4099-A84A-B6671D6C56B8}"/>
    <dgm:cxn modelId="{09F2E8AB-A6B1-44CD-8CAC-00CC517DDF6E}" type="presOf" srcId="{627026E5-FC94-4AB8-9C3C-B9D4824E6B4E}" destId="{A4212148-073F-44CA-9270-2526AEEC3219}" srcOrd="1" destOrd="0" presId="urn:microsoft.com/office/officeart/2009/3/layout/HorizontalOrganizationChart"/>
    <dgm:cxn modelId="{6BFE2DAF-D2C8-471D-B9B0-388B45BE69CB}" type="presOf" srcId="{69B6601F-FA7B-4793-A129-07358A948257}" destId="{39BBAEAC-B01C-422A-8DE2-96AA3E2AF755}" srcOrd="0" destOrd="0" presId="urn:microsoft.com/office/officeart/2009/3/layout/HorizontalOrganizationChart"/>
    <dgm:cxn modelId="{E5E44EB1-AD99-4AB5-A4A0-E442300CAFDD}" type="presOf" srcId="{F22B55D2-FEE4-4AB0-A6F5-1D0F525E8D11}" destId="{B320BFAD-9BCF-49AA-BBD5-E1C9CCD78EA6}" srcOrd="1" destOrd="0" presId="urn:microsoft.com/office/officeart/2009/3/layout/HorizontalOrganizationChart"/>
    <dgm:cxn modelId="{F6FAF4B3-4AE0-48CD-8EAD-B273DFB6D224}" type="presOf" srcId="{49D81239-6F80-4BFC-8D14-1EA2292A561C}" destId="{0227D848-C0AC-42A6-98A4-4EAD7F3EE413}" srcOrd="1" destOrd="0" presId="urn:microsoft.com/office/officeart/2009/3/layout/HorizontalOrganizationChart"/>
    <dgm:cxn modelId="{3F556AB4-9F7D-4FCE-A4D2-F4F8D6A448ED}" srcId="{4B1D9538-97D3-4EB0-9802-E134859F7314}" destId="{31B9158F-2F7C-43E1-B380-6491AE22F21E}" srcOrd="3" destOrd="0" parTransId="{AEF47051-5759-4DCD-ACA8-A56CECD51E87}" sibTransId="{D0C064CF-83A6-40E8-A73E-49B392C7A54C}"/>
    <dgm:cxn modelId="{97677AB5-7210-454D-BF3F-7788A180AD4D}" type="presOf" srcId="{6AB9DDDC-0BB3-4C0B-A4F6-33B02B9B2C46}" destId="{51E1D402-4270-4C9F-9D58-ECF2BCCB1582}" srcOrd="1" destOrd="0" presId="urn:microsoft.com/office/officeart/2009/3/layout/HorizontalOrganizationChart"/>
    <dgm:cxn modelId="{88CF5EB8-24A5-41A4-A311-6895F50CD732}" type="presOf" srcId="{AB3D5387-AD04-4163-B41C-782E7B97D938}" destId="{910D8A1D-4C98-4EF3-85D3-DE6F217B3ADB}" srcOrd="1" destOrd="0" presId="urn:microsoft.com/office/officeart/2009/3/layout/HorizontalOrganizationChart"/>
    <dgm:cxn modelId="{7888D2B8-8A8B-4BE7-B11A-E94206057AC4}" type="presOf" srcId="{A5D7B1A4-BD00-450D-AAEC-6A25B40F8207}" destId="{EE0E6DB7-848B-4009-9100-C76BDC462017}" srcOrd="0" destOrd="0" presId="urn:microsoft.com/office/officeart/2009/3/layout/HorizontalOrganizationChart"/>
    <dgm:cxn modelId="{8BC3E4BA-BDA6-4E4C-8575-8FEE5FD9AE28}" type="presOf" srcId="{DE5EB7DA-76AE-4EA9-A806-EAE1C92203D2}" destId="{14CB3130-D614-478F-9377-9FF9F488E549}" srcOrd="1" destOrd="0" presId="urn:microsoft.com/office/officeart/2009/3/layout/HorizontalOrganizationChart"/>
    <dgm:cxn modelId="{603EFFBA-3A81-496B-BC0A-6CF017746193}" type="presOf" srcId="{B6E98F6C-F6B8-480D-8513-3A3A95C49969}" destId="{B9472154-A834-4E7B-B02C-C6D881B2A524}" srcOrd="0" destOrd="0" presId="urn:microsoft.com/office/officeart/2009/3/layout/HorizontalOrganizationChart"/>
    <dgm:cxn modelId="{EDDC0FBC-9D8A-4465-9E82-36BA598F2771}" srcId="{4E26E5F2-BD6E-4F56-AAEB-A9097723A495}" destId="{2ADFC647-5341-48DB-BCFA-155E0BBC9FF5}" srcOrd="1" destOrd="0" parTransId="{9955F1C3-9BFA-4268-88B5-E4BFB0354FBF}" sibTransId="{5FD99E4C-3030-45DC-A9CC-B915CDAA067D}"/>
    <dgm:cxn modelId="{75EAE1BC-D884-4ABD-934C-1C0F50A2F122}" srcId="{DE83B387-A04A-434B-A753-CF9B25F92A42}" destId="{EEE53BE7-3C20-4717-9BF2-654278A13EB2}" srcOrd="0" destOrd="0" parTransId="{7DDD6DA1-A891-400C-B9E7-AF718B5E312D}" sibTransId="{61E0E2B3-349F-4D8E-86A3-EEA3B71F1F20}"/>
    <dgm:cxn modelId="{FC2636BE-807A-4381-BC4D-6223C66D1F7C}" type="presOf" srcId="{7DDD6DA1-A891-400C-B9E7-AF718B5E312D}" destId="{00225295-CD20-44DA-AB18-87B70D4F998C}" srcOrd="0" destOrd="0" presId="urn:microsoft.com/office/officeart/2009/3/layout/HorizontalOrganizationChart"/>
    <dgm:cxn modelId="{38685BBE-CC70-4F2D-AB29-308A46C1389F}" type="presOf" srcId="{60BC206B-BC01-4408-8DE2-C627C313D093}" destId="{414D56B0-B642-4A5F-8520-43473FD9FEB0}" srcOrd="1" destOrd="0" presId="urn:microsoft.com/office/officeart/2009/3/layout/HorizontalOrganizationChart"/>
    <dgm:cxn modelId="{01DF50C0-3F35-480B-BFD0-4234E8744650}" srcId="{4B1D9538-97D3-4EB0-9802-E134859F7314}" destId="{AB3D5387-AD04-4163-B41C-782E7B97D938}" srcOrd="6" destOrd="0" parTransId="{11BB156A-7F57-4406-BFC8-E17684AA7407}" sibTransId="{4860B04A-A5D5-43AD-9191-434B97083BF4}"/>
    <dgm:cxn modelId="{32F0BFC0-23D9-43CD-941D-72A8DD51B812}" srcId="{4B1D9538-97D3-4EB0-9802-E134859F7314}" destId="{6AB9DDDC-0BB3-4C0B-A4F6-33B02B9B2C46}" srcOrd="1" destOrd="0" parTransId="{9C7953E0-ED54-412B-B03E-46EF7A836D4D}" sibTransId="{C9D5B15A-DB5C-4FF8-B654-8AF38D7B32EE}"/>
    <dgm:cxn modelId="{DEADB6C2-424F-4098-8087-37D6514860A2}" type="presOf" srcId="{5B11769E-8A37-4359-9E00-61E40890A1C3}" destId="{3A8522AE-7863-4296-BD33-C35897396FB9}" srcOrd="0" destOrd="0" presId="urn:microsoft.com/office/officeart/2009/3/layout/HorizontalOrganizationChart"/>
    <dgm:cxn modelId="{923956C7-386A-4803-AE54-E7BCB5750FC6}" srcId="{4B1D9538-97D3-4EB0-9802-E134859F7314}" destId="{4E26E5F2-BD6E-4F56-AAEB-A9097723A495}" srcOrd="7" destOrd="0" parTransId="{C1524704-32A5-481D-A6A4-76B55EF1AC54}" sibTransId="{98488E1F-18C1-4F11-953B-010C1C4EE73B}"/>
    <dgm:cxn modelId="{E104C5C7-DBDE-43FA-B654-37861A04E989}" srcId="{4B1D9538-97D3-4EB0-9802-E134859F7314}" destId="{C4F778F5-7D12-487B-BB41-E0E4696F33DC}" srcOrd="5" destOrd="0" parTransId="{F4371BA4-5853-4E3D-ABD7-F930571F75E9}" sibTransId="{63507497-F22F-401E-B85D-D69FB6D674D3}"/>
    <dgm:cxn modelId="{3429D1CB-7F8C-4CA6-9F46-5FF669D14DD3}" srcId="{2DB479AB-0485-4252-8DF8-5842655206C2}" destId="{79488F30-BD9F-424D-9F94-60B7736E1B21}" srcOrd="4" destOrd="0" parTransId="{D58A0F60-E78C-4D52-B888-9AE314F8F753}" sibTransId="{F1084FF4-9FE5-47A5-BB5E-8F44D4FD7B74}"/>
    <dgm:cxn modelId="{BCB5CDCE-296A-41DE-9034-2E95FACA7B04}" srcId="{4E26E5F2-BD6E-4F56-AAEB-A9097723A495}" destId="{817B4F66-2961-4859-A02E-0E8D1685A9A4}" srcOrd="2" destOrd="0" parTransId="{FD05CC81-27BB-4D4D-A3CA-96D037AD2745}" sibTransId="{AEF1257F-8D88-4B19-8211-C089DD915D13}"/>
    <dgm:cxn modelId="{B3FB7ED2-2094-44C3-A8CE-7C85AE030344}" type="presOf" srcId="{01BA77BE-8FAC-4970-B185-EEAEB2A8DA5E}" destId="{E538F926-C911-4187-B842-2FF90E05D690}" srcOrd="1" destOrd="0" presId="urn:microsoft.com/office/officeart/2009/3/layout/HorizontalOrganizationChart"/>
    <dgm:cxn modelId="{6D7A2DD4-E7B9-404B-8056-356FB351F5B7}" type="presOf" srcId="{4E0643B4-7133-4A58-88E3-E3B6CCC4E905}" destId="{A1AB22B3-0620-4664-BC7C-9D8D2C0C114D}" srcOrd="0" destOrd="0" presId="urn:microsoft.com/office/officeart/2009/3/layout/HorizontalOrganizationChart"/>
    <dgm:cxn modelId="{5824C8D4-BE7B-4614-997B-57424C55124F}" type="presOf" srcId="{7EF22EBC-1077-4037-B0E3-6F86F41C4141}" destId="{C09F3F42-298A-44F4-8AD5-0C02CD9E0F1A}" srcOrd="1" destOrd="0" presId="urn:microsoft.com/office/officeart/2009/3/layout/HorizontalOrganizationChart"/>
    <dgm:cxn modelId="{CEB12FD9-5564-48CB-9CF4-C25E58126CFB}" srcId="{7EF22EBC-1077-4037-B0E3-6F86F41C4141}" destId="{49D81239-6F80-4BFC-8D14-1EA2292A561C}" srcOrd="1" destOrd="0" parTransId="{61B6219A-70EB-49B2-AD17-F147D75A945D}" sibTransId="{A790E7B0-AD6D-4C43-92E0-D187EBB6937C}"/>
    <dgm:cxn modelId="{183F3ADC-971B-491E-9C36-95B4EA580892}" type="presOf" srcId="{58ED04FD-DE25-4C91-825C-1795F3E36D24}" destId="{83566C79-A21F-4A22-B5DA-C78B9B6CD2E5}" srcOrd="1" destOrd="0" presId="urn:microsoft.com/office/officeart/2009/3/layout/HorizontalOrganizationChart"/>
    <dgm:cxn modelId="{129B2BDE-AEA5-4D66-8253-1BEACB0689AD}" srcId="{60BC206B-BC01-4408-8DE2-C627C313D093}" destId="{58ED04FD-DE25-4C91-825C-1795F3E36D24}" srcOrd="1" destOrd="0" parTransId="{8775EF41-83EE-4ED1-8CB2-44B8CB3249DA}" sibTransId="{3D7DF0A5-693F-4DE4-B343-67CA3E989E13}"/>
    <dgm:cxn modelId="{A0A2A7E0-F606-46A1-BADC-253BD7BDE8B3}" type="presOf" srcId="{2724C2C7-A605-41DB-994D-5D7C89B68805}" destId="{92703497-2CB7-4D33-9CB2-B1D0AB6FA5EB}" srcOrd="1" destOrd="0" presId="urn:microsoft.com/office/officeart/2009/3/layout/HorizontalOrganizationChart"/>
    <dgm:cxn modelId="{75C542E1-C825-4014-AB6C-D6BCEBAE27AF}" type="presOf" srcId="{2724C2C7-A605-41DB-994D-5D7C89B68805}" destId="{D90039DE-6A9C-43F8-A9F4-A5D953215A49}" srcOrd="0" destOrd="0" presId="urn:microsoft.com/office/officeart/2009/3/layout/HorizontalOrganizationChart"/>
    <dgm:cxn modelId="{91990EE3-64F7-47AB-BA94-B9D2651A1C3B}" type="presOf" srcId="{00B9ED07-DB44-4D39-91D8-A1A6815C6BEA}" destId="{69BF3EE5-B2E6-4C9F-8DAF-136EABB0D680}" srcOrd="0" destOrd="0" presId="urn:microsoft.com/office/officeart/2009/3/layout/HorizontalOrganizationChart"/>
    <dgm:cxn modelId="{6F674EE3-AD61-43FE-87F9-5941F8036F42}" type="presOf" srcId="{2ADFC647-5341-48DB-BCFA-155E0BBC9FF5}" destId="{60FEE142-6495-47A0-B2D4-0006AFB8E7E5}" srcOrd="1" destOrd="0" presId="urn:microsoft.com/office/officeart/2009/3/layout/HorizontalOrganizationChart"/>
    <dgm:cxn modelId="{0590E1E4-0312-4481-AB97-F501654E75C9}" srcId="{4B1D9538-97D3-4EB0-9802-E134859F7314}" destId="{50C85559-9B37-44F2-A38E-1B525B3E0CBC}" srcOrd="2" destOrd="0" parTransId="{A50C06CF-8CB7-4BB1-BF34-41099A562E68}" sibTransId="{E51DFC23-C7BF-4A67-94CE-B1CA096FFBE6}"/>
    <dgm:cxn modelId="{A0AA60E5-6B80-45AF-BE7A-BEA484546654}" type="presOf" srcId="{EEE53BE7-3C20-4717-9BF2-654278A13EB2}" destId="{312EF6D6-007D-4B12-A4B5-5E2F2839773C}" srcOrd="0" destOrd="0" presId="urn:microsoft.com/office/officeart/2009/3/layout/HorizontalOrganizationChart"/>
    <dgm:cxn modelId="{7BD993E5-F3AE-4528-AD50-7A8BA4183BEF}" type="presOf" srcId="{51C23967-B46E-4F96-BA4D-A57D4E35FF1C}" destId="{3E55DFBE-CA7C-4750-AA19-1BCD80DB4F25}" srcOrd="0" destOrd="0" presId="urn:microsoft.com/office/officeart/2009/3/layout/HorizontalOrganizationChart"/>
    <dgm:cxn modelId="{61384AE6-DA4A-4B09-9243-2A3323BF3EE1}" type="presOf" srcId="{4B1D9538-97D3-4EB0-9802-E134859F7314}" destId="{3CF3F22B-BF79-4089-8DD6-F955DB87A54E}" srcOrd="0" destOrd="0" presId="urn:microsoft.com/office/officeart/2009/3/layout/HorizontalOrganizationChart"/>
    <dgm:cxn modelId="{CD83CBE7-ACC6-4113-B8DE-F77CE86FE037}" type="presOf" srcId="{EB4C4A4B-C91D-4E34-9003-25B0EAEB7103}" destId="{A5177F0F-9545-4CED-995B-7AD8D48A25FC}" srcOrd="0" destOrd="0" presId="urn:microsoft.com/office/officeart/2009/3/layout/HorizontalOrganizationChart"/>
    <dgm:cxn modelId="{B741FBE7-F8D3-48AC-B489-160E95D1C405}" type="presOf" srcId="{7EF22EBC-1077-4037-B0E3-6F86F41C4141}" destId="{2BF6F2FA-DA55-4D3A-A0D0-A7249F86747F}" srcOrd="0" destOrd="0" presId="urn:microsoft.com/office/officeart/2009/3/layout/HorizontalOrganizationChart"/>
    <dgm:cxn modelId="{BA374AE9-094B-405C-9825-D971C83E4C25}" type="presOf" srcId="{4E26E5F2-BD6E-4F56-AAEB-A9097723A495}" destId="{AEFE1014-2084-46AF-ADC1-E9D647DFC338}" srcOrd="1" destOrd="0" presId="urn:microsoft.com/office/officeart/2009/3/layout/HorizontalOrganizationChart"/>
    <dgm:cxn modelId="{7E7E28EA-8DB7-4280-A982-2434AAD090B1}" srcId="{60BC206B-BC01-4408-8DE2-C627C313D093}" destId="{23BF5EEF-90B5-4C8A-8BB1-CC2657D2BAD8}" srcOrd="0" destOrd="0" parTransId="{EE54978A-D72F-446B-AE5A-85795E4597C1}" sibTransId="{19588219-AF0A-47AA-A563-41FA98F6FEF6}"/>
    <dgm:cxn modelId="{5FF76EEA-57AC-485E-94E2-E1C7D225C069}" srcId="{EC3D1C7D-1510-4C8E-A5F2-0EE6DBEF1A89}" destId="{2DB479AB-0485-4252-8DF8-5842655206C2}" srcOrd="0" destOrd="0" parTransId="{776494A7-6A39-49B0-BF58-35C96F3F8287}" sibTransId="{74E6139E-C80D-4083-8701-C7CFAF949AA1}"/>
    <dgm:cxn modelId="{E48204EB-D27F-49EC-B55E-398A57964DD7}" type="presOf" srcId="{69B6601F-FA7B-4793-A129-07358A948257}" destId="{738B9999-5D8C-4D55-AE8F-AC50D555EEDC}" srcOrd="1" destOrd="0" presId="urn:microsoft.com/office/officeart/2009/3/layout/HorizontalOrganizationChart"/>
    <dgm:cxn modelId="{C85A63ED-B6D0-4FB1-A486-27C16C1211FE}" srcId="{7EF22EBC-1077-4037-B0E3-6F86F41C4141}" destId="{DE5EB7DA-76AE-4EA9-A806-EAE1C92203D2}" srcOrd="0" destOrd="0" parTransId="{B6E98F6C-F6B8-480D-8513-3A3A95C49969}" sibTransId="{557BCB2F-6716-4AC9-87BC-37EC85B0F925}"/>
    <dgm:cxn modelId="{38ACF7ED-D2AA-4D83-A93E-CC68853E342D}" type="presOf" srcId="{A4E5A373-5BF5-4AF3-BBC5-501623534267}" destId="{FED72E97-B67A-4285-AF07-98CBE18E66DD}" srcOrd="0" destOrd="0" presId="urn:microsoft.com/office/officeart/2009/3/layout/HorizontalOrganizationChart"/>
    <dgm:cxn modelId="{ED0025EF-7925-4AE7-8CF7-27B48253FF33}" type="presOf" srcId="{23BF5EEF-90B5-4C8A-8BB1-CC2657D2BAD8}" destId="{B344F199-3AC9-4BC1-958C-437538258C03}" srcOrd="0" destOrd="0" presId="urn:microsoft.com/office/officeart/2009/3/layout/HorizontalOrganizationChart"/>
    <dgm:cxn modelId="{DDE483EF-FC3F-4AD5-B1D7-9785BEB9D31D}" type="presOf" srcId="{EEE53BE7-3C20-4717-9BF2-654278A13EB2}" destId="{8DA9D005-9E36-4207-9171-27E801BF85E3}" srcOrd="1" destOrd="0" presId="urn:microsoft.com/office/officeart/2009/3/layout/HorizontalOrganizationChart"/>
    <dgm:cxn modelId="{15DBDAF0-A890-40ED-93ED-BA97898687DA}" type="presOf" srcId="{C055CB0A-A0F6-4316-BE74-391618A69A43}" destId="{5D38AEE7-55ED-40B6-AF1D-0F9A99AD8455}" srcOrd="0" destOrd="0" presId="urn:microsoft.com/office/officeart/2009/3/layout/HorizontalOrganizationChart"/>
    <dgm:cxn modelId="{82F418F4-50B4-43C0-8255-2C5EB8EBD092}" type="presOf" srcId="{207F6C17-19D2-4F16-A162-937B84DEEFA7}" destId="{4A192EBA-9515-43E0-83E8-4E9495CA957F}" srcOrd="1" destOrd="0" presId="urn:microsoft.com/office/officeart/2009/3/layout/HorizontalOrganizationChart"/>
    <dgm:cxn modelId="{BA13ADF6-2DCB-430A-A2D0-28D197A54713}" type="presOf" srcId="{16CD30BB-0CFA-47F3-AE48-F27B652FD2D3}" destId="{3F2D6AEE-1945-445D-B52F-03410F758A73}" srcOrd="0" destOrd="0" presId="urn:microsoft.com/office/officeart/2009/3/layout/HorizontalOrganizationChart"/>
    <dgm:cxn modelId="{2BF7E3F7-13EB-4D73-8565-93300A8ABCDC}" srcId="{2DB479AB-0485-4252-8DF8-5842655206C2}" destId="{69B6601F-FA7B-4793-A129-07358A948257}" srcOrd="3" destOrd="0" parTransId="{59383F6B-E4D4-4568-84C2-AB89B7766D10}" sibTransId="{94A66D66-9E2B-4D85-9B9D-0B1A675F2377}"/>
    <dgm:cxn modelId="{300EECFA-DE93-45B1-BA1B-E0503B1EDAF5}" type="presOf" srcId="{F22B55D2-FEE4-4AB0-A6F5-1D0F525E8D11}" destId="{CB7D6ECC-E623-4549-A4B2-2B4C268B6E34}" srcOrd="0" destOrd="0" presId="urn:microsoft.com/office/officeart/2009/3/layout/HorizontalOrganizationChart"/>
    <dgm:cxn modelId="{7CCE86FB-F724-41E0-BCC3-E23C79745E53}" type="presOf" srcId="{23BF5EEF-90B5-4C8A-8BB1-CC2657D2BAD8}" destId="{FEA3548A-F199-4432-B613-4978D411E2BD}" srcOrd="1" destOrd="0" presId="urn:microsoft.com/office/officeart/2009/3/layout/HorizontalOrganizationChart"/>
    <dgm:cxn modelId="{30D2C5FD-97D2-4618-91A6-AF3165130611}" srcId="{4E26E5F2-BD6E-4F56-AAEB-A9097723A495}" destId="{6975AF50-8DE6-4E6C-B09D-125DFDE6A017}" srcOrd="0" destOrd="0" parTransId="{4E0643B4-7133-4A58-88E3-E3B6CCC4E905}" sibTransId="{499EBDFB-8BBD-421D-8290-B9D1846AC88A}"/>
    <dgm:cxn modelId="{62C308FF-9A05-442C-936C-DE6039CF8660}" type="presOf" srcId="{474376FC-3391-4544-B3A4-524EBC7903E0}" destId="{89F86F60-C019-4CAC-8506-618E155CB66D}" srcOrd="0" destOrd="0" presId="urn:microsoft.com/office/officeart/2009/3/layout/HorizontalOrganizationChart"/>
    <dgm:cxn modelId="{227C5E65-45B0-42D4-AB20-76C4D14EC57F}" type="presParOf" srcId="{7E8DE133-7693-4643-8AA7-19BD85F84D01}" destId="{BD34208C-5CD3-4030-B7E5-69B22BDADD1C}" srcOrd="0" destOrd="0" presId="urn:microsoft.com/office/officeart/2009/3/layout/HorizontalOrganizationChart"/>
    <dgm:cxn modelId="{E98A7BB5-1541-48BC-A064-4F0663BD85E2}" type="presParOf" srcId="{BD34208C-5CD3-4030-B7E5-69B22BDADD1C}" destId="{D6823F0F-987E-4F7E-8332-EDFBE5008E55}" srcOrd="0" destOrd="0" presId="urn:microsoft.com/office/officeart/2009/3/layout/HorizontalOrganizationChart"/>
    <dgm:cxn modelId="{EA98E681-B211-44F7-AED7-47AA7901F72D}" type="presParOf" srcId="{D6823F0F-987E-4F7E-8332-EDFBE5008E55}" destId="{7A413F4C-DBB6-46C5-BF3C-22257B686AEB}" srcOrd="0" destOrd="0" presId="urn:microsoft.com/office/officeart/2009/3/layout/HorizontalOrganizationChart"/>
    <dgm:cxn modelId="{02C1838D-FA34-49A6-96A0-E45D38F505ED}" type="presParOf" srcId="{D6823F0F-987E-4F7E-8332-EDFBE5008E55}" destId="{119340BC-B93D-4937-BA88-604C6636C1A3}" srcOrd="1" destOrd="0" presId="urn:microsoft.com/office/officeart/2009/3/layout/HorizontalOrganizationChart"/>
    <dgm:cxn modelId="{3F4F4946-321A-4F0B-874B-26CD7F5A8068}" type="presParOf" srcId="{BD34208C-5CD3-4030-B7E5-69B22BDADD1C}" destId="{39E4110F-A87B-4C33-93AB-E0C6297C265E}" srcOrd="1" destOrd="0" presId="urn:microsoft.com/office/officeart/2009/3/layout/HorizontalOrganizationChart"/>
    <dgm:cxn modelId="{5A4D1E46-0802-4353-8846-7852663A2BF1}" type="presParOf" srcId="{39E4110F-A87B-4C33-93AB-E0C6297C265E}" destId="{5D38AEE7-55ED-40B6-AF1D-0F9A99AD8455}" srcOrd="0" destOrd="0" presId="urn:microsoft.com/office/officeart/2009/3/layout/HorizontalOrganizationChart"/>
    <dgm:cxn modelId="{1A389A0B-8E05-4B1B-AF34-6A636792357D}" type="presParOf" srcId="{39E4110F-A87B-4C33-93AB-E0C6297C265E}" destId="{B5FBD87F-5D7D-4FC3-A437-6D1A3E4C1D50}" srcOrd="1" destOrd="0" presId="urn:microsoft.com/office/officeart/2009/3/layout/HorizontalOrganizationChart"/>
    <dgm:cxn modelId="{826ED73C-99B1-4688-92E6-34A7949927E5}" type="presParOf" srcId="{B5FBD87F-5D7D-4FC3-A437-6D1A3E4C1D50}" destId="{0F8D1482-79B9-4089-9161-B934B01A37BC}" srcOrd="0" destOrd="0" presId="urn:microsoft.com/office/officeart/2009/3/layout/HorizontalOrganizationChart"/>
    <dgm:cxn modelId="{31C9BE28-E0DF-4023-B935-131903014CA8}" type="presParOf" srcId="{0F8D1482-79B9-4089-9161-B934B01A37BC}" destId="{D90039DE-6A9C-43F8-A9F4-A5D953215A49}" srcOrd="0" destOrd="0" presId="urn:microsoft.com/office/officeart/2009/3/layout/HorizontalOrganizationChart"/>
    <dgm:cxn modelId="{D1294475-9796-4000-81EA-1DE23973FA4D}" type="presParOf" srcId="{0F8D1482-79B9-4089-9161-B934B01A37BC}" destId="{92703497-2CB7-4D33-9CB2-B1D0AB6FA5EB}" srcOrd="1" destOrd="0" presId="urn:microsoft.com/office/officeart/2009/3/layout/HorizontalOrganizationChart"/>
    <dgm:cxn modelId="{96EC480B-F336-4FD7-A8FC-7A546CE9C48C}" type="presParOf" srcId="{B5FBD87F-5D7D-4FC3-A437-6D1A3E4C1D50}" destId="{66780FFA-9198-4486-8370-A7CAEDF53A30}" srcOrd="1" destOrd="0" presId="urn:microsoft.com/office/officeart/2009/3/layout/HorizontalOrganizationChart"/>
    <dgm:cxn modelId="{A08EA8B1-6AF5-437A-9099-32DBC0777165}" type="presParOf" srcId="{B5FBD87F-5D7D-4FC3-A437-6D1A3E4C1D50}" destId="{CD9D3695-42D0-4037-90A6-6DE4E2DF1B47}" srcOrd="2" destOrd="0" presId="urn:microsoft.com/office/officeart/2009/3/layout/HorizontalOrganizationChart"/>
    <dgm:cxn modelId="{14E10EAD-A0A0-46C6-805D-6B26FD301240}" type="presParOf" srcId="{39E4110F-A87B-4C33-93AB-E0C6297C265E}" destId="{5BEB6233-D2F8-4239-8B6C-36414F01B5EC}" srcOrd="2" destOrd="0" presId="urn:microsoft.com/office/officeart/2009/3/layout/HorizontalOrganizationChart"/>
    <dgm:cxn modelId="{C086ECAD-2DC4-4002-A7BB-74A507831ED1}" type="presParOf" srcId="{39E4110F-A87B-4C33-93AB-E0C6297C265E}" destId="{DC1D8C4A-4083-4511-B71A-FF140B6F0F06}" srcOrd="3" destOrd="0" presId="urn:microsoft.com/office/officeart/2009/3/layout/HorizontalOrganizationChart"/>
    <dgm:cxn modelId="{FFD4C196-1104-429A-81DC-195469F9B0BC}" type="presParOf" srcId="{DC1D8C4A-4083-4511-B71A-FF140B6F0F06}" destId="{4E3EEEAF-F72D-42AE-81F0-A18358DD0728}" srcOrd="0" destOrd="0" presId="urn:microsoft.com/office/officeart/2009/3/layout/HorizontalOrganizationChart"/>
    <dgm:cxn modelId="{6769EEF0-BF8B-4F37-B3CA-C1EDF621D3E3}" type="presParOf" srcId="{4E3EEEAF-F72D-42AE-81F0-A18358DD0728}" destId="{6F97CAE7-EEC9-4F8C-A9E5-87F1AB47FC54}" srcOrd="0" destOrd="0" presId="urn:microsoft.com/office/officeart/2009/3/layout/HorizontalOrganizationChart"/>
    <dgm:cxn modelId="{0B504F5B-3E1E-4914-9475-4EB433A77D7F}" type="presParOf" srcId="{4E3EEEAF-F72D-42AE-81F0-A18358DD0728}" destId="{4A192EBA-9515-43E0-83E8-4E9495CA957F}" srcOrd="1" destOrd="0" presId="urn:microsoft.com/office/officeart/2009/3/layout/HorizontalOrganizationChart"/>
    <dgm:cxn modelId="{9FC738B5-10DB-4084-AC14-9ACD900F75C2}" type="presParOf" srcId="{DC1D8C4A-4083-4511-B71A-FF140B6F0F06}" destId="{2A6341D1-F422-4931-B06F-19B496C5ED73}" srcOrd="1" destOrd="0" presId="urn:microsoft.com/office/officeart/2009/3/layout/HorizontalOrganizationChart"/>
    <dgm:cxn modelId="{A07E792C-0F1E-4AC4-BB4E-856F07AD70EF}" type="presParOf" srcId="{DC1D8C4A-4083-4511-B71A-FF140B6F0F06}" destId="{C63D4A08-D285-47F7-8787-36459B56F770}" srcOrd="2" destOrd="0" presId="urn:microsoft.com/office/officeart/2009/3/layout/HorizontalOrganizationChart"/>
    <dgm:cxn modelId="{44B36238-1D1C-44C9-AF60-C4BACA01655C}" type="presParOf" srcId="{39E4110F-A87B-4C33-93AB-E0C6297C265E}" destId="{A5177F0F-9545-4CED-995B-7AD8D48A25FC}" srcOrd="4" destOrd="0" presId="urn:microsoft.com/office/officeart/2009/3/layout/HorizontalOrganizationChart"/>
    <dgm:cxn modelId="{00C43F86-D8F2-418F-9D08-75BBA917BF72}" type="presParOf" srcId="{39E4110F-A87B-4C33-93AB-E0C6297C265E}" destId="{BC7AABC1-EE65-4249-AB09-2B8073D32870}" srcOrd="5" destOrd="0" presId="urn:microsoft.com/office/officeart/2009/3/layout/HorizontalOrganizationChart"/>
    <dgm:cxn modelId="{C9F40E5E-E375-45D9-B1F8-3CC632AC6171}" type="presParOf" srcId="{BC7AABC1-EE65-4249-AB09-2B8073D32870}" destId="{49B9C01E-5AF1-437C-9103-E8F940B83F2E}" srcOrd="0" destOrd="0" presId="urn:microsoft.com/office/officeart/2009/3/layout/HorizontalOrganizationChart"/>
    <dgm:cxn modelId="{4DE8B867-74C0-4915-A5A3-B0ADC7D82D64}" type="presParOf" srcId="{49B9C01E-5AF1-437C-9103-E8F940B83F2E}" destId="{4D875453-6FEB-48CC-8FDD-A954067BBD2E}" srcOrd="0" destOrd="0" presId="urn:microsoft.com/office/officeart/2009/3/layout/HorizontalOrganizationChart"/>
    <dgm:cxn modelId="{1DCB88D8-7F0D-49C7-AF9C-6683698CBEE4}" type="presParOf" srcId="{49B9C01E-5AF1-437C-9103-E8F940B83F2E}" destId="{34E15B12-74F9-4E37-B909-B7D4E4195E35}" srcOrd="1" destOrd="0" presId="urn:microsoft.com/office/officeart/2009/3/layout/HorizontalOrganizationChart"/>
    <dgm:cxn modelId="{5CBBDFA2-3A23-4BF4-A761-F1972DFF4509}" type="presParOf" srcId="{BC7AABC1-EE65-4249-AB09-2B8073D32870}" destId="{0F27055A-8793-4305-93B1-0FC981545A04}" srcOrd="1" destOrd="0" presId="urn:microsoft.com/office/officeart/2009/3/layout/HorizontalOrganizationChart"/>
    <dgm:cxn modelId="{EE49E6E2-7837-4F40-8FB8-D3D0E1B7D5E6}" type="presParOf" srcId="{0F27055A-8793-4305-93B1-0FC981545A04}" destId="{89F86F60-C019-4CAC-8506-618E155CB66D}" srcOrd="0" destOrd="0" presId="urn:microsoft.com/office/officeart/2009/3/layout/HorizontalOrganizationChart"/>
    <dgm:cxn modelId="{36C78B60-C2A4-4B32-BFDF-7F16EAEC66E4}" type="presParOf" srcId="{0F27055A-8793-4305-93B1-0FC981545A04}" destId="{748AC412-4125-432D-9DCC-97265A82E456}" srcOrd="1" destOrd="0" presId="urn:microsoft.com/office/officeart/2009/3/layout/HorizontalOrganizationChart"/>
    <dgm:cxn modelId="{A7F6A70C-0AAE-48D6-89B7-88FE76AD0CF1}" type="presParOf" srcId="{748AC412-4125-432D-9DCC-97265A82E456}" destId="{8EEA2CE4-379C-4FF7-919F-3DD7E2DBD18B}" srcOrd="0" destOrd="0" presId="urn:microsoft.com/office/officeart/2009/3/layout/HorizontalOrganizationChart"/>
    <dgm:cxn modelId="{67A870D9-EF09-4BCA-A617-D3B721DFD7C7}" type="presParOf" srcId="{8EEA2CE4-379C-4FF7-919F-3DD7E2DBD18B}" destId="{3CF3F22B-BF79-4089-8DD6-F955DB87A54E}" srcOrd="0" destOrd="0" presId="urn:microsoft.com/office/officeart/2009/3/layout/HorizontalOrganizationChart"/>
    <dgm:cxn modelId="{D31CDDD1-89EF-400F-8892-66EC9CF76F07}" type="presParOf" srcId="{8EEA2CE4-379C-4FF7-919F-3DD7E2DBD18B}" destId="{55925AE6-6ED0-475C-8F4E-43E594AA8157}" srcOrd="1" destOrd="0" presId="urn:microsoft.com/office/officeart/2009/3/layout/HorizontalOrganizationChart"/>
    <dgm:cxn modelId="{8BBC7A03-1CBD-4F35-8DA2-475F4D724220}" type="presParOf" srcId="{748AC412-4125-432D-9DCC-97265A82E456}" destId="{5BEFFABA-685D-4033-B1C0-C5055DD8E073}" srcOrd="1" destOrd="0" presId="urn:microsoft.com/office/officeart/2009/3/layout/HorizontalOrganizationChart"/>
    <dgm:cxn modelId="{E41B35F4-08DA-433D-9F31-6E0F8EA1AC3D}" type="presParOf" srcId="{5BEFFABA-685D-4033-B1C0-C5055DD8E073}" destId="{EE7EC6AA-2BC9-46EB-BA31-E796E73D3F51}" srcOrd="0" destOrd="0" presId="urn:microsoft.com/office/officeart/2009/3/layout/HorizontalOrganizationChart"/>
    <dgm:cxn modelId="{204BEA65-9968-42DA-86BD-271D407438E6}" type="presParOf" srcId="{5BEFFABA-685D-4033-B1C0-C5055DD8E073}" destId="{96894D4A-0AF4-4F02-82F8-5E6958F085B2}" srcOrd="1" destOrd="0" presId="urn:microsoft.com/office/officeart/2009/3/layout/HorizontalOrganizationChart"/>
    <dgm:cxn modelId="{6CFBDE5D-8D61-4A2C-B8A4-2E82EB7D397C}" type="presParOf" srcId="{96894D4A-0AF4-4F02-82F8-5E6958F085B2}" destId="{62B2F616-5002-41BA-8021-9DE581698EC0}" srcOrd="0" destOrd="0" presId="urn:microsoft.com/office/officeart/2009/3/layout/HorizontalOrganizationChart"/>
    <dgm:cxn modelId="{98FC714E-1126-42A2-93F7-E0F72E165C19}" type="presParOf" srcId="{62B2F616-5002-41BA-8021-9DE581698EC0}" destId="{D7F40753-0351-4FF2-818E-DDD14DA1344C}" srcOrd="0" destOrd="0" presId="urn:microsoft.com/office/officeart/2009/3/layout/HorizontalOrganizationChart"/>
    <dgm:cxn modelId="{5D5E85BC-724F-476C-90F1-7D7102DA01F7}" type="presParOf" srcId="{62B2F616-5002-41BA-8021-9DE581698EC0}" destId="{A4212148-073F-44CA-9270-2526AEEC3219}" srcOrd="1" destOrd="0" presId="urn:microsoft.com/office/officeart/2009/3/layout/HorizontalOrganizationChart"/>
    <dgm:cxn modelId="{907E952B-5138-4255-9F93-1B9EED2BEBB0}" type="presParOf" srcId="{96894D4A-0AF4-4F02-82F8-5E6958F085B2}" destId="{B6870DD9-9A33-4716-91FF-B5D2EBE21B7D}" srcOrd="1" destOrd="0" presId="urn:microsoft.com/office/officeart/2009/3/layout/HorizontalOrganizationChart"/>
    <dgm:cxn modelId="{EAF8CF96-EFA8-4DDF-A02E-532747EA2FDD}" type="presParOf" srcId="{96894D4A-0AF4-4F02-82F8-5E6958F085B2}" destId="{37D298E8-BB6B-4DFC-B41B-03DC217CC4D4}" srcOrd="2" destOrd="0" presId="urn:microsoft.com/office/officeart/2009/3/layout/HorizontalOrganizationChart"/>
    <dgm:cxn modelId="{C3D90017-DE76-46CD-8919-D80ADC85F91C}" type="presParOf" srcId="{5BEFFABA-685D-4033-B1C0-C5055DD8E073}" destId="{00B7AE18-AECE-4C44-BB66-A4DCB5848E7D}" srcOrd="2" destOrd="0" presId="urn:microsoft.com/office/officeart/2009/3/layout/HorizontalOrganizationChart"/>
    <dgm:cxn modelId="{119CC3DF-1487-405E-9F96-57F8EE7241B3}" type="presParOf" srcId="{5BEFFABA-685D-4033-B1C0-C5055DD8E073}" destId="{125137B2-3D40-4DCD-B1E5-129CD540F293}" srcOrd="3" destOrd="0" presId="urn:microsoft.com/office/officeart/2009/3/layout/HorizontalOrganizationChart"/>
    <dgm:cxn modelId="{E6539375-FA7A-430D-9582-E0BFA9ECD474}" type="presParOf" srcId="{125137B2-3D40-4DCD-B1E5-129CD540F293}" destId="{ECBB4DD8-AB55-4C8B-BB7B-AA19F1D2281B}" srcOrd="0" destOrd="0" presId="urn:microsoft.com/office/officeart/2009/3/layout/HorizontalOrganizationChart"/>
    <dgm:cxn modelId="{E4A03187-41AF-45F9-9722-6D624A18C90F}" type="presParOf" srcId="{ECBB4DD8-AB55-4C8B-BB7B-AA19F1D2281B}" destId="{C9D72E92-D341-444E-A113-539056D55B15}" srcOrd="0" destOrd="0" presId="urn:microsoft.com/office/officeart/2009/3/layout/HorizontalOrganizationChart"/>
    <dgm:cxn modelId="{DA9B900C-B3C9-4784-A51B-E4CF6C2D450A}" type="presParOf" srcId="{ECBB4DD8-AB55-4C8B-BB7B-AA19F1D2281B}" destId="{51E1D402-4270-4C9F-9D58-ECF2BCCB1582}" srcOrd="1" destOrd="0" presId="urn:microsoft.com/office/officeart/2009/3/layout/HorizontalOrganizationChart"/>
    <dgm:cxn modelId="{CAE8E149-2CBE-4093-BDB9-865A1378846B}" type="presParOf" srcId="{125137B2-3D40-4DCD-B1E5-129CD540F293}" destId="{804E3B40-912E-4DEF-B85A-FC25BCA3D033}" srcOrd="1" destOrd="0" presId="urn:microsoft.com/office/officeart/2009/3/layout/HorizontalOrganizationChart"/>
    <dgm:cxn modelId="{188D34EA-C5B1-458C-A678-23545B34175D}" type="presParOf" srcId="{125137B2-3D40-4DCD-B1E5-129CD540F293}" destId="{EF7E8614-1A63-4058-87A3-330D7B35FF7B}" srcOrd="2" destOrd="0" presId="urn:microsoft.com/office/officeart/2009/3/layout/HorizontalOrganizationChart"/>
    <dgm:cxn modelId="{7F4B5E98-D23A-4AFD-9D40-9D150777719A}" type="presParOf" srcId="{5BEFFABA-685D-4033-B1C0-C5055DD8E073}" destId="{33BC11C1-3762-409F-BD3E-939AFE63E0AB}" srcOrd="4" destOrd="0" presId="urn:microsoft.com/office/officeart/2009/3/layout/HorizontalOrganizationChart"/>
    <dgm:cxn modelId="{5ED80811-552F-42AF-B6F2-CDB16933CD18}" type="presParOf" srcId="{5BEFFABA-685D-4033-B1C0-C5055DD8E073}" destId="{6B020BF0-C098-4B02-BC5D-933F8035ECD7}" srcOrd="5" destOrd="0" presId="urn:microsoft.com/office/officeart/2009/3/layout/HorizontalOrganizationChart"/>
    <dgm:cxn modelId="{B64CD73D-F2CF-46EB-B76D-0DD634BE3302}" type="presParOf" srcId="{6B020BF0-C098-4B02-BC5D-933F8035ECD7}" destId="{94A055C5-FE1E-4975-81B8-345947070B89}" srcOrd="0" destOrd="0" presId="urn:microsoft.com/office/officeart/2009/3/layout/HorizontalOrganizationChart"/>
    <dgm:cxn modelId="{B3FF4B7C-4042-41A4-802B-F08A23D25A61}" type="presParOf" srcId="{94A055C5-FE1E-4975-81B8-345947070B89}" destId="{F8CADC6D-7038-41CD-B3AD-D0591959CB93}" srcOrd="0" destOrd="0" presId="urn:microsoft.com/office/officeart/2009/3/layout/HorizontalOrganizationChart"/>
    <dgm:cxn modelId="{E8D712E5-C90E-4126-B614-232B31F30627}" type="presParOf" srcId="{94A055C5-FE1E-4975-81B8-345947070B89}" destId="{9E056053-0B33-4340-A23E-5674E3201FA5}" srcOrd="1" destOrd="0" presId="urn:microsoft.com/office/officeart/2009/3/layout/HorizontalOrganizationChart"/>
    <dgm:cxn modelId="{1E10AB90-66AB-4A0A-A21D-AAF428FF6903}" type="presParOf" srcId="{6B020BF0-C098-4B02-BC5D-933F8035ECD7}" destId="{C1CDEC5C-BD23-4D10-A86B-75E41A7713A9}" srcOrd="1" destOrd="0" presId="urn:microsoft.com/office/officeart/2009/3/layout/HorizontalOrganizationChart"/>
    <dgm:cxn modelId="{53B31D27-7604-4CAA-9C97-B946A18A046E}" type="presParOf" srcId="{6B020BF0-C098-4B02-BC5D-933F8035ECD7}" destId="{49EDD4E5-70AF-4987-9F4D-5D7C4045F908}" srcOrd="2" destOrd="0" presId="urn:microsoft.com/office/officeart/2009/3/layout/HorizontalOrganizationChart"/>
    <dgm:cxn modelId="{8A6607E7-9E46-4C93-BF9E-DFF277E7E80C}" type="presParOf" srcId="{5BEFFABA-685D-4033-B1C0-C5055DD8E073}" destId="{CBBDB022-1B31-4638-9200-DE3346A26E39}" srcOrd="6" destOrd="0" presId="urn:microsoft.com/office/officeart/2009/3/layout/HorizontalOrganizationChart"/>
    <dgm:cxn modelId="{4D584295-7FD3-476C-870C-28397B767252}" type="presParOf" srcId="{5BEFFABA-685D-4033-B1C0-C5055DD8E073}" destId="{CF498EFA-FCF9-4386-9863-EE6A547B9C8D}" srcOrd="7" destOrd="0" presId="urn:microsoft.com/office/officeart/2009/3/layout/HorizontalOrganizationChart"/>
    <dgm:cxn modelId="{637BF510-FD2C-42D5-B378-5212F1BB3927}" type="presParOf" srcId="{CF498EFA-FCF9-4386-9863-EE6A547B9C8D}" destId="{0D061ED1-9650-41F4-A2C3-72F6E5BB4F57}" srcOrd="0" destOrd="0" presId="urn:microsoft.com/office/officeart/2009/3/layout/HorizontalOrganizationChart"/>
    <dgm:cxn modelId="{90076F07-5BE6-4B5A-8D0F-7A6FBFFA769C}" type="presParOf" srcId="{0D061ED1-9650-41F4-A2C3-72F6E5BB4F57}" destId="{4EC95F13-2922-4BE4-B881-ED7CA9F02342}" srcOrd="0" destOrd="0" presId="urn:microsoft.com/office/officeart/2009/3/layout/HorizontalOrganizationChart"/>
    <dgm:cxn modelId="{7E1B10DC-6FDC-4ABF-A526-E6B217519360}" type="presParOf" srcId="{0D061ED1-9650-41F4-A2C3-72F6E5BB4F57}" destId="{047ACE6A-5065-4635-909E-49D389365114}" srcOrd="1" destOrd="0" presId="urn:microsoft.com/office/officeart/2009/3/layout/HorizontalOrganizationChart"/>
    <dgm:cxn modelId="{0F1DA898-AF17-4D61-ACDE-9E0F1C045292}" type="presParOf" srcId="{CF498EFA-FCF9-4386-9863-EE6A547B9C8D}" destId="{A2226B16-6006-4394-B755-1BBE0756C29C}" srcOrd="1" destOrd="0" presId="urn:microsoft.com/office/officeart/2009/3/layout/HorizontalOrganizationChart"/>
    <dgm:cxn modelId="{9FE9AC7D-ADB9-4622-9F83-836DB7D46ED8}" type="presParOf" srcId="{CF498EFA-FCF9-4386-9863-EE6A547B9C8D}" destId="{F501A422-1505-45F7-A873-D6351EF48517}" srcOrd="2" destOrd="0" presId="urn:microsoft.com/office/officeart/2009/3/layout/HorizontalOrganizationChart"/>
    <dgm:cxn modelId="{06FD9EB7-5C0D-4E47-90B4-C4F0320ACD16}" type="presParOf" srcId="{5BEFFABA-685D-4033-B1C0-C5055DD8E073}" destId="{24819807-3127-496A-9311-F1D41AD332DA}" srcOrd="8" destOrd="0" presId="urn:microsoft.com/office/officeart/2009/3/layout/HorizontalOrganizationChart"/>
    <dgm:cxn modelId="{BB1CBB96-3F2C-42B4-B0B3-CA01409D0742}" type="presParOf" srcId="{5BEFFABA-685D-4033-B1C0-C5055DD8E073}" destId="{14012563-AA23-4958-9ADC-8FB4A81B0CD8}" srcOrd="9" destOrd="0" presId="urn:microsoft.com/office/officeart/2009/3/layout/HorizontalOrganizationChart"/>
    <dgm:cxn modelId="{506261FB-AE14-4EAD-BB15-90C34AE02A3F}" type="presParOf" srcId="{14012563-AA23-4958-9ADC-8FB4A81B0CD8}" destId="{951D2C31-30EC-4B85-90DF-DA62578742DF}" srcOrd="0" destOrd="0" presId="urn:microsoft.com/office/officeart/2009/3/layout/HorizontalOrganizationChart"/>
    <dgm:cxn modelId="{F3EB5722-148B-430E-8785-9D611CBE6671}" type="presParOf" srcId="{951D2C31-30EC-4B85-90DF-DA62578742DF}" destId="{C0DE2309-99B8-4F78-82C6-B687E03CAFDC}" srcOrd="0" destOrd="0" presId="urn:microsoft.com/office/officeart/2009/3/layout/HorizontalOrganizationChart"/>
    <dgm:cxn modelId="{C5A2BF06-7E17-4847-86C1-BE3C385EE11A}" type="presParOf" srcId="{951D2C31-30EC-4B85-90DF-DA62578742DF}" destId="{5A13CF7E-C42A-4A99-9A12-51A9DD649F6F}" srcOrd="1" destOrd="0" presId="urn:microsoft.com/office/officeart/2009/3/layout/HorizontalOrganizationChart"/>
    <dgm:cxn modelId="{0C0BE354-B25A-4AB1-94C7-9A2001C10E81}" type="presParOf" srcId="{14012563-AA23-4958-9ADC-8FB4A81B0CD8}" destId="{F5A2D412-8F38-43B3-871F-4E4CF478BFD6}" srcOrd="1" destOrd="0" presId="urn:microsoft.com/office/officeart/2009/3/layout/HorizontalOrganizationChart"/>
    <dgm:cxn modelId="{00CF1A55-A9AD-48F2-A5E7-C97EC9C17C5A}" type="presParOf" srcId="{14012563-AA23-4958-9ADC-8FB4A81B0CD8}" destId="{A6FBDB79-0936-4D8D-B257-6F7DC32C984E}" srcOrd="2" destOrd="0" presId="urn:microsoft.com/office/officeart/2009/3/layout/HorizontalOrganizationChart"/>
    <dgm:cxn modelId="{9A6B15D2-102E-4653-9F46-9C637DDFB12B}" type="presParOf" srcId="{5BEFFABA-685D-4033-B1C0-C5055DD8E073}" destId="{F8C1908E-487D-4782-98E1-FF5AD3ED7846}" srcOrd="10" destOrd="0" presId="urn:microsoft.com/office/officeart/2009/3/layout/HorizontalOrganizationChart"/>
    <dgm:cxn modelId="{2EA756FD-8A3F-44F3-B8FB-FB1EFF37946D}" type="presParOf" srcId="{5BEFFABA-685D-4033-B1C0-C5055DD8E073}" destId="{26375FFF-9C56-48FB-92D3-88F10E4B76BE}" srcOrd="11" destOrd="0" presId="urn:microsoft.com/office/officeart/2009/3/layout/HorizontalOrganizationChart"/>
    <dgm:cxn modelId="{D9AF5271-E414-45E2-A568-0A0047F7648A}" type="presParOf" srcId="{26375FFF-9C56-48FB-92D3-88F10E4B76BE}" destId="{164729B6-DA42-4FFB-842E-E1BB279E97E3}" srcOrd="0" destOrd="0" presId="urn:microsoft.com/office/officeart/2009/3/layout/HorizontalOrganizationChart"/>
    <dgm:cxn modelId="{9486BA10-7A37-4405-AD99-31D54C8A36EB}" type="presParOf" srcId="{164729B6-DA42-4FFB-842E-E1BB279E97E3}" destId="{AC1F8BE1-25F5-4CEE-89E3-DF1DF5A553B4}" srcOrd="0" destOrd="0" presId="urn:microsoft.com/office/officeart/2009/3/layout/HorizontalOrganizationChart"/>
    <dgm:cxn modelId="{C058FEA4-67D8-4375-BDC8-1176641075A9}" type="presParOf" srcId="{164729B6-DA42-4FFB-842E-E1BB279E97E3}" destId="{E497ACD0-9AB2-418C-AEFC-959DC611E241}" srcOrd="1" destOrd="0" presId="urn:microsoft.com/office/officeart/2009/3/layout/HorizontalOrganizationChart"/>
    <dgm:cxn modelId="{C04EF785-9C10-4D18-98F6-A2C365DC069E}" type="presParOf" srcId="{26375FFF-9C56-48FB-92D3-88F10E4B76BE}" destId="{27627E20-70E3-400D-A12C-0773178A8D06}" srcOrd="1" destOrd="0" presId="urn:microsoft.com/office/officeart/2009/3/layout/HorizontalOrganizationChart"/>
    <dgm:cxn modelId="{FAA08926-FABB-4FBD-9D9F-0D1496F63C83}" type="presParOf" srcId="{26375FFF-9C56-48FB-92D3-88F10E4B76BE}" destId="{EB1F6149-F9B1-4C9E-A5AC-3E12C2BF05A1}" srcOrd="2" destOrd="0" presId="urn:microsoft.com/office/officeart/2009/3/layout/HorizontalOrganizationChart"/>
    <dgm:cxn modelId="{643883D3-DEAE-43B4-AE77-04A57E12FD2E}" type="presParOf" srcId="{5BEFFABA-685D-4033-B1C0-C5055DD8E073}" destId="{CA21205F-C3F1-445C-80C3-E9B69E5E8FC1}" srcOrd="12" destOrd="0" presId="urn:microsoft.com/office/officeart/2009/3/layout/HorizontalOrganizationChart"/>
    <dgm:cxn modelId="{B8F90EE8-701A-4A9C-8D2B-F7A29BAB9554}" type="presParOf" srcId="{5BEFFABA-685D-4033-B1C0-C5055DD8E073}" destId="{43449B69-56BB-4443-9F72-F67F5F547479}" srcOrd="13" destOrd="0" presId="urn:microsoft.com/office/officeart/2009/3/layout/HorizontalOrganizationChart"/>
    <dgm:cxn modelId="{B14914C7-F6F2-4917-8F2E-BBF254F7E114}" type="presParOf" srcId="{43449B69-56BB-4443-9F72-F67F5F547479}" destId="{052D1BA4-0EF5-443A-BC7D-7B310E376FE5}" srcOrd="0" destOrd="0" presId="urn:microsoft.com/office/officeart/2009/3/layout/HorizontalOrganizationChart"/>
    <dgm:cxn modelId="{7D5A8DDB-9660-4329-8D31-F5F9B5943482}" type="presParOf" srcId="{052D1BA4-0EF5-443A-BC7D-7B310E376FE5}" destId="{BC083288-154D-4509-A399-0CD3675A86A5}" srcOrd="0" destOrd="0" presId="urn:microsoft.com/office/officeart/2009/3/layout/HorizontalOrganizationChart"/>
    <dgm:cxn modelId="{7B799E82-D259-46F9-B1AC-D7B2C17E1600}" type="presParOf" srcId="{052D1BA4-0EF5-443A-BC7D-7B310E376FE5}" destId="{910D8A1D-4C98-4EF3-85D3-DE6F217B3ADB}" srcOrd="1" destOrd="0" presId="urn:microsoft.com/office/officeart/2009/3/layout/HorizontalOrganizationChart"/>
    <dgm:cxn modelId="{AEB40C71-F109-4B6F-9609-AA440075DFF0}" type="presParOf" srcId="{43449B69-56BB-4443-9F72-F67F5F547479}" destId="{01B00B9B-6D00-4250-93B8-C2F6BA2DE16C}" srcOrd="1" destOrd="0" presId="urn:microsoft.com/office/officeart/2009/3/layout/HorizontalOrganizationChart"/>
    <dgm:cxn modelId="{D630EBA2-E801-4220-B836-9FB4D925958D}" type="presParOf" srcId="{43449B69-56BB-4443-9F72-F67F5F547479}" destId="{9B3625B5-03B4-4ABF-96C2-4D000BB96A07}" srcOrd="2" destOrd="0" presId="urn:microsoft.com/office/officeart/2009/3/layout/HorizontalOrganizationChart"/>
    <dgm:cxn modelId="{18CF64FE-6D1A-4383-B24C-F7A07C725EE0}" type="presParOf" srcId="{5BEFFABA-685D-4033-B1C0-C5055DD8E073}" destId="{07019317-7CC9-4F1F-8CDA-587681FF6875}" srcOrd="14" destOrd="0" presId="urn:microsoft.com/office/officeart/2009/3/layout/HorizontalOrganizationChart"/>
    <dgm:cxn modelId="{144B13FB-5AC9-485D-81D1-679A4539EE38}" type="presParOf" srcId="{5BEFFABA-685D-4033-B1C0-C5055DD8E073}" destId="{7F97719E-748B-48B7-B1A8-E2A5D6EE9501}" srcOrd="15" destOrd="0" presId="urn:microsoft.com/office/officeart/2009/3/layout/HorizontalOrganizationChart"/>
    <dgm:cxn modelId="{185F8370-ED6E-4C60-9214-C1D3E3827DA1}" type="presParOf" srcId="{7F97719E-748B-48B7-B1A8-E2A5D6EE9501}" destId="{2514BD01-BDEE-4AF9-9043-C9557A2ABB2A}" srcOrd="0" destOrd="0" presId="urn:microsoft.com/office/officeart/2009/3/layout/HorizontalOrganizationChart"/>
    <dgm:cxn modelId="{4B2B23F7-F29D-4CE7-9AB6-FDC26E0A7AA6}" type="presParOf" srcId="{2514BD01-BDEE-4AF9-9043-C9557A2ABB2A}" destId="{1935FD5B-C66C-4486-95B1-C88089E1AD7B}" srcOrd="0" destOrd="0" presId="urn:microsoft.com/office/officeart/2009/3/layout/HorizontalOrganizationChart"/>
    <dgm:cxn modelId="{5FA48517-BE14-46A4-839A-5C590B322142}" type="presParOf" srcId="{2514BD01-BDEE-4AF9-9043-C9557A2ABB2A}" destId="{AEFE1014-2084-46AF-ADC1-E9D647DFC338}" srcOrd="1" destOrd="0" presId="urn:microsoft.com/office/officeart/2009/3/layout/HorizontalOrganizationChart"/>
    <dgm:cxn modelId="{F94BA1A5-693F-4590-A00D-76D75EB6A907}" type="presParOf" srcId="{7F97719E-748B-48B7-B1A8-E2A5D6EE9501}" destId="{7AE7935C-95A5-49DD-8DE0-93FBF97312F3}" srcOrd="1" destOrd="0" presId="urn:microsoft.com/office/officeart/2009/3/layout/HorizontalOrganizationChart"/>
    <dgm:cxn modelId="{000751C3-11A0-42A1-AE7A-DDBD23BA608A}" type="presParOf" srcId="{7AE7935C-95A5-49DD-8DE0-93FBF97312F3}" destId="{A1AB22B3-0620-4664-BC7C-9D8D2C0C114D}" srcOrd="0" destOrd="0" presId="urn:microsoft.com/office/officeart/2009/3/layout/HorizontalOrganizationChart"/>
    <dgm:cxn modelId="{E654B508-C1A0-4CE2-8066-9A020E3624C8}" type="presParOf" srcId="{7AE7935C-95A5-49DD-8DE0-93FBF97312F3}" destId="{82311AF8-DA10-4C50-845C-038C31B8115A}" srcOrd="1" destOrd="0" presId="urn:microsoft.com/office/officeart/2009/3/layout/HorizontalOrganizationChart"/>
    <dgm:cxn modelId="{B48B69E0-1C29-4D9E-89FB-F93115E27D44}" type="presParOf" srcId="{82311AF8-DA10-4C50-845C-038C31B8115A}" destId="{8F5483AE-2918-42DB-BB51-F60CD68FB2FA}" srcOrd="0" destOrd="0" presId="urn:microsoft.com/office/officeart/2009/3/layout/HorizontalOrganizationChart"/>
    <dgm:cxn modelId="{7B3ECBFD-6D62-4DCD-8306-BFCCD12CB051}" type="presParOf" srcId="{8F5483AE-2918-42DB-BB51-F60CD68FB2FA}" destId="{C17AE442-9A06-4049-8AAA-933E64253520}" srcOrd="0" destOrd="0" presId="urn:microsoft.com/office/officeart/2009/3/layout/HorizontalOrganizationChart"/>
    <dgm:cxn modelId="{8EC139E0-3019-4733-BA28-C1719352D7B1}" type="presParOf" srcId="{8F5483AE-2918-42DB-BB51-F60CD68FB2FA}" destId="{3F07110B-F007-4E4B-8178-5D9B14EAF254}" srcOrd="1" destOrd="0" presId="urn:microsoft.com/office/officeart/2009/3/layout/HorizontalOrganizationChart"/>
    <dgm:cxn modelId="{4B24E669-3DBE-40A5-83F1-0CBFF01137E4}" type="presParOf" srcId="{82311AF8-DA10-4C50-845C-038C31B8115A}" destId="{4265D34C-FA1F-4AD4-A161-413760373363}" srcOrd="1" destOrd="0" presId="urn:microsoft.com/office/officeart/2009/3/layout/HorizontalOrganizationChart"/>
    <dgm:cxn modelId="{909CCFBF-0171-4486-B2D2-380717A62693}" type="presParOf" srcId="{82311AF8-DA10-4C50-845C-038C31B8115A}" destId="{48F84D60-546F-4880-B6B5-1E95D46BF2F4}" srcOrd="2" destOrd="0" presId="urn:microsoft.com/office/officeart/2009/3/layout/HorizontalOrganizationChart"/>
    <dgm:cxn modelId="{9477BC0D-A411-41F3-969C-E8B28A9673F7}" type="presParOf" srcId="{7AE7935C-95A5-49DD-8DE0-93FBF97312F3}" destId="{675D23E8-5590-48B9-8D06-5B15AC4A8C2E}" srcOrd="2" destOrd="0" presId="urn:microsoft.com/office/officeart/2009/3/layout/HorizontalOrganizationChart"/>
    <dgm:cxn modelId="{AB29C3D5-4F91-4421-A0CF-6E448795220D}" type="presParOf" srcId="{7AE7935C-95A5-49DD-8DE0-93FBF97312F3}" destId="{D1DB556D-CFA0-4227-81D4-7FFDBD6132BA}" srcOrd="3" destOrd="0" presId="urn:microsoft.com/office/officeart/2009/3/layout/HorizontalOrganizationChart"/>
    <dgm:cxn modelId="{4F264652-3C1C-447C-AF8E-3E4E0FFA57F5}" type="presParOf" srcId="{D1DB556D-CFA0-4227-81D4-7FFDBD6132BA}" destId="{85F1DC89-26C8-45B3-9EC7-C293C994C603}" srcOrd="0" destOrd="0" presId="urn:microsoft.com/office/officeart/2009/3/layout/HorizontalOrganizationChart"/>
    <dgm:cxn modelId="{1B7FA56A-0B2A-40D5-8C5C-DC41F52AD6F5}" type="presParOf" srcId="{85F1DC89-26C8-45B3-9EC7-C293C994C603}" destId="{FEFE3C91-F549-49FB-BE12-655DE361760F}" srcOrd="0" destOrd="0" presId="urn:microsoft.com/office/officeart/2009/3/layout/HorizontalOrganizationChart"/>
    <dgm:cxn modelId="{3A8AB821-E074-4954-A3E5-36C705C79771}" type="presParOf" srcId="{85F1DC89-26C8-45B3-9EC7-C293C994C603}" destId="{60FEE142-6495-47A0-B2D4-0006AFB8E7E5}" srcOrd="1" destOrd="0" presId="urn:microsoft.com/office/officeart/2009/3/layout/HorizontalOrganizationChart"/>
    <dgm:cxn modelId="{8244A167-2DA9-48C8-BADE-91732FB2A027}" type="presParOf" srcId="{D1DB556D-CFA0-4227-81D4-7FFDBD6132BA}" destId="{06F6621A-D097-42AB-A786-C38B8FC8B5ED}" srcOrd="1" destOrd="0" presId="urn:microsoft.com/office/officeart/2009/3/layout/HorizontalOrganizationChart"/>
    <dgm:cxn modelId="{22DFA9CB-B304-47DF-AF6F-73DE9C02F273}" type="presParOf" srcId="{D1DB556D-CFA0-4227-81D4-7FFDBD6132BA}" destId="{B9AE0CEB-88F1-4E5E-804D-A4736C6D2D01}" srcOrd="2" destOrd="0" presId="urn:microsoft.com/office/officeart/2009/3/layout/HorizontalOrganizationChart"/>
    <dgm:cxn modelId="{747D0042-2524-4054-A50A-4FA9F74C677B}" type="presParOf" srcId="{7AE7935C-95A5-49DD-8DE0-93FBF97312F3}" destId="{EBD18103-8470-40EF-922A-CF78C7D518F2}" srcOrd="4" destOrd="0" presId="urn:microsoft.com/office/officeart/2009/3/layout/HorizontalOrganizationChart"/>
    <dgm:cxn modelId="{A14F113F-A0DB-42BE-A03A-04A07941B088}" type="presParOf" srcId="{7AE7935C-95A5-49DD-8DE0-93FBF97312F3}" destId="{CF52BB0F-B3C2-459C-8BA3-B51B7343E6A3}" srcOrd="5" destOrd="0" presId="urn:microsoft.com/office/officeart/2009/3/layout/HorizontalOrganizationChart"/>
    <dgm:cxn modelId="{89C035F4-F4BB-436F-A377-8EBE17D03ABF}" type="presParOf" srcId="{CF52BB0F-B3C2-459C-8BA3-B51B7343E6A3}" destId="{0D45114E-687D-4725-8801-093D6AF9A138}" srcOrd="0" destOrd="0" presId="urn:microsoft.com/office/officeart/2009/3/layout/HorizontalOrganizationChart"/>
    <dgm:cxn modelId="{8B5FC062-30EE-419C-A456-D09FCF1B5EED}" type="presParOf" srcId="{0D45114E-687D-4725-8801-093D6AF9A138}" destId="{582CEAE5-1AD5-43E2-A22B-221BE4B7F9D8}" srcOrd="0" destOrd="0" presId="urn:microsoft.com/office/officeart/2009/3/layout/HorizontalOrganizationChart"/>
    <dgm:cxn modelId="{F8A6567F-C248-4579-BAF4-4E83DC47ED6C}" type="presParOf" srcId="{0D45114E-687D-4725-8801-093D6AF9A138}" destId="{E87FC8AE-11D9-481B-86EE-FD5C780CECB3}" srcOrd="1" destOrd="0" presId="urn:microsoft.com/office/officeart/2009/3/layout/HorizontalOrganizationChart"/>
    <dgm:cxn modelId="{C237533A-582B-4EE9-9124-3137A35C06D5}" type="presParOf" srcId="{CF52BB0F-B3C2-459C-8BA3-B51B7343E6A3}" destId="{E66B325D-A3B2-41F3-8083-4255499C3A68}" srcOrd="1" destOrd="0" presId="urn:microsoft.com/office/officeart/2009/3/layout/HorizontalOrganizationChart"/>
    <dgm:cxn modelId="{930C3AA3-1A38-4BF9-9C41-2FFFF061004D}" type="presParOf" srcId="{CF52BB0F-B3C2-459C-8BA3-B51B7343E6A3}" destId="{C4FDEAFF-CCE4-454A-8CE6-228A1394B70D}" srcOrd="2" destOrd="0" presId="urn:microsoft.com/office/officeart/2009/3/layout/HorizontalOrganizationChart"/>
    <dgm:cxn modelId="{031A61FA-626D-4AA0-BF6D-8F1D7258B8BE}" type="presParOf" srcId="{7AE7935C-95A5-49DD-8DE0-93FBF97312F3}" destId="{24592D88-3549-4B78-B2FC-ADE8B5F82E54}" srcOrd="6" destOrd="0" presId="urn:microsoft.com/office/officeart/2009/3/layout/HorizontalOrganizationChart"/>
    <dgm:cxn modelId="{F1DBF3D1-8B26-4AC0-A0D4-8714FCC4F08D}" type="presParOf" srcId="{7AE7935C-95A5-49DD-8DE0-93FBF97312F3}" destId="{3A3E6F48-468C-4126-ADAA-8D3E1D207D73}" srcOrd="7" destOrd="0" presId="urn:microsoft.com/office/officeart/2009/3/layout/HorizontalOrganizationChart"/>
    <dgm:cxn modelId="{8198A20B-AE6B-474E-8D69-D3C9C4CCCDFB}" type="presParOf" srcId="{3A3E6F48-468C-4126-ADAA-8D3E1D207D73}" destId="{C17F5C95-92F8-4A2B-A56F-04DD73531961}" srcOrd="0" destOrd="0" presId="urn:microsoft.com/office/officeart/2009/3/layout/HorizontalOrganizationChart"/>
    <dgm:cxn modelId="{7651AE26-8A47-495E-AACE-4E8AFAC5A111}" type="presParOf" srcId="{C17F5C95-92F8-4A2B-A56F-04DD73531961}" destId="{69BF3EE5-B2E6-4C9F-8DAF-136EABB0D680}" srcOrd="0" destOrd="0" presId="urn:microsoft.com/office/officeart/2009/3/layout/HorizontalOrganizationChart"/>
    <dgm:cxn modelId="{0FBA7F73-7342-4C23-A40F-6A879FAD000B}" type="presParOf" srcId="{C17F5C95-92F8-4A2B-A56F-04DD73531961}" destId="{067392AD-1770-4FA5-8D6C-B10F115DD553}" srcOrd="1" destOrd="0" presId="urn:microsoft.com/office/officeart/2009/3/layout/HorizontalOrganizationChart"/>
    <dgm:cxn modelId="{8E429945-EF66-4B36-A3AA-D0C32AFCC368}" type="presParOf" srcId="{3A3E6F48-468C-4126-ADAA-8D3E1D207D73}" destId="{23AC9090-C5BD-466C-800F-51C58CA04621}" srcOrd="1" destOrd="0" presId="urn:microsoft.com/office/officeart/2009/3/layout/HorizontalOrganizationChart"/>
    <dgm:cxn modelId="{870C372B-1829-4BD5-B9C6-BCB0D51D643F}" type="presParOf" srcId="{3A3E6F48-468C-4126-ADAA-8D3E1D207D73}" destId="{EA3ADDEF-03EF-4381-93E3-18BB65CC52A0}" srcOrd="2" destOrd="0" presId="urn:microsoft.com/office/officeart/2009/3/layout/HorizontalOrganizationChart"/>
    <dgm:cxn modelId="{B5DA2D54-1805-46BF-8D9C-8D32778B6F09}" type="presParOf" srcId="{7AE7935C-95A5-49DD-8DE0-93FBF97312F3}" destId="{6C41C8FA-E97A-461D-94F8-3B1BD151202F}" srcOrd="8" destOrd="0" presId="urn:microsoft.com/office/officeart/2009/3/layout/HorizontalOrganizationChart"/>
    <dgm:cxn modelId="{FDF91747-0E3E-4C0F-BBE8-4A00378B96BE}" type="presParOf" srcId="{7AE7935C-95A5-49DD-8DE0-93FBF97312F3}" destId="{08B9D16B-3A2A-432D-899E-913BE1D51081}" srcOrd="9" destOrd="0" presId="urn:microsoft.com/office/officeart/2009/3/layout/HorizontalOrganizationChart"/>
    <dgm:cxn modelId="{E5FC9B5A-3174-4399-B366-04418620A798}" type="presParOf" srcId="{08B9D16B-3A2A-432D-899E-913BE1D51081}" destId="{93BEE954-FCBA-4148-9618-B89FA7B73E23}" srcOrd="0" destOrd="0" presId="urn:microsoft.com/office/officeart/2009/3/layout/HorizontalOrganizationChart"/>
    <dgm:cxn modelId="{D1ABC58A-F4C9-4BCD-A743-2FC486C3F9B4}" type="presParOf" srcId="{93BEE954-FCBA-4148-9618-B89FA7B73E23}" destId="{B8B640A3-00F2-4F49-AB96-9441E2D750AF}" srcOrd="0" destOrd="0" presId="urn:microsoft.com/office/officeart/2009/3/layout/HorizontalOrganizationChart"/>
    <dgm:cxn modelId="{4079E2D3-B62B-415C-A7DE-9F4FD059C585}" type="presParOf" srcId="{93BEE954-FCBA-4148-9618-B89FA7B73E23}" destId="{E538F926-C911-4187-B842-2FF90E05D690}" srcOrd="1" destOrd="0" presId="urn:microsoft.com/office/officeart/2009/3/layout/HorizontalOrganizationChart"/>
    <dgm:cxn modelId="{E352CA04-2EC0-44F4-86BF-D5F0C86B0807}" type="presParOf" srcId="{08B9D16B-3A2A-432D-899E-913BE1D51081}" destId="{160C8E13-3F93-476E-B742-4C345106B175}" srcOrd="1" destOrd="0" presId="urn:microsoft.com/office/officeart/2009/3/layout/HorizontalOrganizationChart"/>
    <dgm:cxn modelId="{985998CE-5BA5-4242-85A6-ADBEB93294E5}" type="presParOf" srcId="{08B9D16B-3A2A-432D-899E-913BE1D51081}" destId="{2ED4319C-BF4C-4D56-B983-711A5CCFEE18}" srcOrd="2" destOrd="0" presId="urn:microsoft.com/office/officeart/2009/3/layout/HorizontalOrganizationChart"/>
    <dgm:cxn modelId="{A355D0F1-C277-43C9-8D09-6C78E1FC0D65}" type="presParOf" srcId="{7F97719E-748B-48B7-B1A8-E2A5D6EE9501}" destId="{8F7CAB49-8FAC-450B-8548-6798F3BDBF4B}" srcOrd="2" destOrd="0" presId="urn:microsoft.com/office/officeart/2009/3/layout/HorizontalOrganizationChart"/>
    <dgm:cxn modelId="{618232B7-FE55-4958-A93C-77561496200B}" type="presParOf" srcId="{748AC412-4125-432D-9DCC-97265A82E456}" destId="{76177AA0-D293-4690-A87F-F6CEF7596A45}" srcOrd="2" destOrd="0" presId="urn:microsoft.com/office/officeart/2009/3/layout/HorizontalOrganizationChart"/>
    <dgm:cxn modelId="{0EA1926D-5A08-4AAD-A067-6ED0D6B3790B}" type="presParOf" srcId="{0F27055A-8793-4305-93B1-0FC981545A04}" destId="{5D1536C3-B086-41AE-8984-779139DD8168}" srcOrd="2" destOrd="0" presId="urn:microsoft.com/office/officeart/2009/3/layout/HorizontalOrganizationChart"/>
    <dgm:cxn modelId="{EDAC301E-13F6-4719-98A4-4BB68FEB5F3C}" type="presParOf" srcId="{0F27055A-8793-4305-93B1-0FC981545A04}" destId="{F34A60D2-55ED-4AD9-BF92-9B98E914D93D}" srcOrd="3" destOrd="0" presId="urn:microsoft.com/office/officeart/2009/3/layout/HorizontalOrganizationChart"/>
    <dgm:cxn modelId="{641E0EEF-0604-42CB-AB7E-24E76DC77F20}" type="presParOf" srcId="{F34A60D2-55ED-4AD9-BF92-9B98E914D93D}" destId="{4AC5713D-AEF2-481C-A05D-5B9F1F8E5189}" srcOrd="0" destOrd="0" presId="urn:microsoft.com/office/officeart/2009/3/layout/HorizontalOrganizationChart"/>
    <dgm:cxn modelId="{C736ECD6-9782-4E5F-AFE4-95FF4C19596A}" type="presParOf" srcId="{4AC5713D-AEF2-481C-A05D-5B9F1F8E5189}" destId="{432B5229-9979-4E42-BC59-ADC337B62277}" srcOrd="0" destOrd="0" presId="urn:microsoft.com/office/officeart/2009/3/layout/HorizontalOrganizationChart"/>
    <dgm:cxn modelId="{010E1CF8-D790-4584-8E51-EAEDBADC3F92}" type="presParOf" srcId="{4AC5713D-AEF2-481C-A05D-5B9F1F8E5189}" destId="{414D56B0-B642-4A5F-8520-43473FD9FEB0}" srcOrd="1" destOrd="0" presId="urn:microsoft.com/office/officeart/2009/3/layout/HorizontalOrganizationChart"/>
    <dgm:cxn modelId="{AE736F35-DE4B-4423-950E-E501C3038950}" type="presParOf" srcId="{F34A60D2-55ED-4AD9-BF92-9B98E914D93D}" destId="{AF297CDC-9E4F-4FF8-92C3-F81BB52C3CDB}" srcOrd="1" destOrd="0" presId="urn:microsoft.com/office/officeart/2009/3/layout/HorizontalOrganizationChart"/>
    <dgm:cxn modelId="{457C5A00-9522-46A2-8232-A11699E327F9}" type="presParOf" srcId="{AF297CDC-9E4F-4FF8-92C3-F81BB52C3CDB}" destId="{69395BAD-27F0-44E8-B8FD-EED7BFC33C84}" srcOrd="0" destOrd="0" presId="urn:microsoft.com/office/officeart/2009/3/layout/HorizontalOrganizationChart"/>
    <dgm:cxn modelId="{17E55816-1ABF-4822-96D5-35DF0D4EDE98}" type="presParOf" srcId="{AF297CDC-9E4F-4FF8-92C3-F81BB52C3CDB}" destId="{8D774150-B6FA-4861-A728-0E9D52182B55}" srcOrd="1" destOrd="0" presId="urn:microsoft.com/office/officeart/2009/3/layout/HorizontalOrganizationChart"/>
    <dgm:cxn modelId="{5B1914B3-BB98-4D14-BB03-802ED75FC2D6}" type="presParOf" srcId="{8D774150-B6FA-4861-A728-0E9D52182B55}" destId="{FD021EC8-AF26-4866-9BDD-7CE3D3B5B8DE}" srcOrd="0" destOrd="0" presId="urn:microsoft.com/office/officeart/2009/3/layout/HorizontalOrganizationChart"/>
    <dgm:cxn modelId="{54BE641F-F917-47DE-8846-F5DAE7F73047}" type="presParOf" srcId="{FD021EC8-AF26-4866-9BDD-7CE3D3B5B8DE}" destId="{B344F199-3AC9-4BC1-958C-437538258C03}" srcOrd="0" destOrd="0" presId="urn:microsoft.com/office/officeart/2009/3/layout/HorizontalOrganizationChart"/>
    <dgm:cxn modelId="{738E6247-1FA1-4BDD-AA0C-2AF914766E4E}" type="presParOf" srcId="{FD021EC8-AF26-4866-9BDD-7CE3D3B5B8DE}" destId="{FEA3548A-F199-4432-B613-4978D411E2BD}" srcOrd="1" destOrd="0" presId="urn:microsoft.com/office/officeart/2009/3/layout/HorizontalOrganizationChart"/>
    <dgm:cxn modelId="{D9E6B949-2FC9-488B-974C-BD4454F584D5}" type="presParOf" srcId="{8D774150-B6FA-4861-A728-0E9D52182B55}" destId="{036F568E-57C6-42DF-8B39-6FB8EF8664D8}" srcOrd="1" destOrd="0" presId="urn:microsoft.com/office/officeart/2009/3/layout/HorizontalOrganizationChart"/>
    <dgm:cxn modelId="{816FEA60-4432-48BA-B9D9-7349AB8745AE}" type="presParOf" srcId="{8D774150-B6FA-4861-A728-0E9D52182B55}" destId="{2737F4D9-3371-4888-B373-02251028668E}" srcOrd="2" destOrd="0" presId="urn:microsoft.com/office/officeart/2009/3/layout/HorizontalOrganizationChart"/>
    <dgm:cxn modelId="{1FB61A6E-1050-452D-9F9F-2FEA7046BED1}" type="presParOf" srcId="{AF297CDC-9E4F-4FF8-92C3-F81BB52C3CDB}" destId="{B83AC629-36BB-4BFB-9D9B-8C631ADAAB18}" srcOrd="2" destOrd="0" presId="urn:microsoft.com/office/officeart/2009/3/layout/HorizontalOrganizationChart"/>
    <dgm:cxn modelId="{27FB8625-0B87-4D9D-8D40-3D6E2374564B}" type="presParOf" srcId="{AF297CDC-9E4F-4FF8-92C3-F81BB52C3CDB}" destId="{0DF1E1F9-5855-4402-B6C5-2E21CD1BDC11}" srcOrd="3" destOrd="0" presId="urn:microsoft.com/office/officeart/2009/3/layout/HorizontalOrganizationChart"/>
    <dgm:cxn modelId="{882ECE24-3E16-40F7-9CB6-8F7A83C54BB7}" type="presParOf" srcId="{0DF1E1F9-5855-4402-B6C5-2E21CD1BDC11}" destId="{AB5F0486-A49F-4DBB-90A3-99164DE8EAF9}" srcOrd="0" destOrd="0" presId="urn:microsoft.com/office/officeart/2009/3/layout/HorizontalOrganizationChart"/>
    <dgm:cxn modelId="{F330F611-CD36-456B-9CAF-AB32B29A008E}" type="presParOf" srcId="{AB5F0486-A49F-4DBB-90A3-99164DE8EAF9}" destId="{5B885805-C1D9-44B2-92E2-0F750B5D1D63}" srcOrd="0" destOrd="0" presId="urn:microsoft.com/office/officeart/2009/3/layout/HorizontalOrganizationChart"/>
    <dgm:cxn modelId="{F8A5BB41-924B-4309-8A55-E69480A23E98}" type="presParOf" srcId="{AB5F0486-A49F-4DBB-90A3-99164DE8EAF9}" destId="{83566C79-A21F-4A22-B5DA-C78B9B6CD2E5}" srcOrd="1" destOrd="0" presId="urn:microsoft.com/office/officeart/2009/3/layout/HorizontalOrganizationChart"/>
    <dgm:cxn modelId="{723DC670-3EFF-4B93-BE08-B81A397F147B}" type="presParOf" srcId="{0DF1E1F9-5855-4402-B6C5-2E21CD1BDC11}" destId="{AA86EA84-8CB3-4899-A383-A6843EBAAEB5}" srcOrd="1" destOrd="0" presId="urn:microsoft.com/office/officeart/2009/3/layout/HorizontalOrganizationChart"/>
    <dgm:cxn modelId="{82E95784-A7A1-4383-A932-9A5D6D500D32}" type="presParOf" srcId="{0DF1E1F9-5855-4402-B6C5-2E21CD1BDC11}" destId="{03799383-3041-4E6F-9953-B82E775C247F}" srcOrd="2" destOrd="0" presId="urn:microsoft.com/office/officeart/2009/3/layout/HorizontalOrganizationChart"/>
    <dgm:cxn modelId="{4877AD8A-2A21-45D3-92C6-30AFC6B4CC62}" type="presParOf" srcId="{F34A60D2-55ED-4AD9-BF92-9B98E914D93D}" destId="{E81CCA3F-24DB-40CC-95B7-32F4B175DB57}" srcOrd="2" destOrd="0" presId="urn:microsoft.com/office/officeart/2009/3/layout/HorizontalOrganizationChart"/>
    <dgm:cxn modelId="{D3E4A685-3A9E-477F-AC90-2A679BB46FB7}" type="presParOf" srcId="{0F27055A-8793-4305-93B1-0FC981545A04}" destId="{C00504C5-33A5-4929-9128-240E2AD7B936}" srcOrd="4" destOrd="0" presId="urn:microsoft.com/office/officeart/2009/3/layout/HorizontalOrganizationChart"/>
    <dgm:cxn modelId="{5CEBCC04-E753-45BB-AEC2-BF172885A04B}" type="presParOf" srcId="{0F27055A-8793-4305-93B1-0FC981545A04}" destId="{2470688C-832C-491F-8218-D437893509EE}" srcOrd="5" destOrd="0" presId="urn:microsoft.com/office/officeart/2009/3/layout/HorizontalOrganizationChart"/>
    <dgm:cxn modelId="{941282C1-3097-4908-9C98-90DB266EDCF4}" type="presParOf" srcId="{2470688C-832C-491F-8218-D437893509EE}" destId="{7648D05B-AED9-40D1-935F-E032F953A74B}" srcOrd="0" destOrd="0" presId="urn:microsoft.com/office/officeart/2009/3/layout/HorizontalOrganizationChart"/>
    <dgm:cxn modelId="{00DB5E17-EB12-4B6B-8307-3480F917068F}" type="presParOf" srcId="{7648D05B-AED9-40D1-935F-E032F953A74B}" destId="{2BF6F2FA-DA55-4D3A-A0D0-A7249F86747F}" srcOrd="0" destOrd="0" presId="urn:microsoft.com/office/officeart/2009/3/layout/HorizontalOrganizationChart"/>
    <dgm:cxn modelId="{42F1ABA9-FFCE-48DB-8EA2-712B5D3154B8}" type="presParOf" srcId="{7648D05B-AED9-40D1-935F-E032F953A74B}" destId="{C09F3F42-298A-44F4-8AD5-0C02CD9E0F1A}" srcOrd="1" destOrd="0" presId="urn:microsoft.com/office/officeart/2009/3/layout/HorizontalOrganizationChart"/>
    <dgm:cxn modelId="{0646BE03-AB1D-467C-8441-6F4718B3988C}" type="presParOf" srcId="{2470688C-832C-491F-8218-D437893509EE}" destId="{5C439A51-025B-450E-BE32-94893F0D77FB}" srcOrd="1" destOrd="0" presId="urn:microsoft.com/office/officeart/2009/3/layout/HorizontalOrganizationChart"/>
    <dgm:cxn modelId="{C5691DC7-464B-4373-8E2C-681A10ECDC67}" type="presParOf" srcId="{5C439A51-025B-450E-BE32-94893F0D77FB}" destId="{B9472154-A834-4E7B-B02C-C6D881B2A524}" srcOrd="0" destOrd="0" presId="urn:microsoft.com/office/officeart/2009/3/layout/HorizontalOrganizationChart"/>
    <dgm:cxn modelId="{8BD57CBB-F092-49E4-91A1-C12C9F1908B9}" type="presParOf" srcId="{5C439A51-025B-450E-BE32-94893F0D77FB}" destId="{C1F3859F-234A-4131-9AA1-7BDB4D76B05F}" srcOrd="1" destOrd="0" presId="urn:microsoft.com/office/officeart/2009/3/layout/HorizontalOrganizationChart"/>
    <dgm:cxn modelId="{44E31EB6-28ED-4597-BF09-F187F326A997}" type="presParOf" srcId="{C1F3859F-234A-4131-9AA1-7BDB4D76B05F}" destId="{B171C2CD-229D-4831-A621-92FC95CC1BE2}" srcOrd="0" destOrd="0" presId="urn:microsoft.com/office/officeart/2009/3/layout/HorizontalOrganizationChart"/>
    <dgm:cxn modelId="{A38D6C3A-99BE-4371-9559-5208A8AB536C}" type="presParOf" srcId="{B171C2CD-229D-4831-A621-92FC95CC1BE2}" destId="{EF71C217-F552-41D6-9E9D-0F77C102FB06}" srcOrd="0" destOrd="0" presId="urn:microsoft.com/office/officeart/2009/3/layout/HorizontalOrganizationChart"/>
    <dgm:cxn modelId="{49F91F9C-4C14-4333-A4F3-356A40ED4DD6}" type="presParOf" srcId="{B171C2CD-229D-4831-A621-92FC95CC1BE2}" destId="{14CB3130-D614-478F-9377-9FF9F488E549}" srcOrd="1" destOrd="0" presId="urn:microsoft.com/office/officeart/2009/3/layout/HorizontalOrganizationChart"/>
    <dgm:cxn modelId="{2FE71AE5-E9E8-429D-A8F4-AB87F47279EF}" type="presParOf" srcId="{C1F3859F-234A-4131-9AA1-7BDB4D76B05F}" destId="{8D9C6478-CF58-4E24-A6AA-AECBF52D69D2}" srcOrd="1" destOrd="0" presId="urn:microsoft.com/office/officeart/2009/3/layout/HorizontalOrganizationChart"/>
    <dgm:cxn modelId="{C40E618A-79C2-4C21-951A-994929609EFD}" type="presParOf" srcId="{C1F3859F-234A-4131-9AA1-7BDB4D76B05F}" destId="{0AFADF7C-7D75-44D6-9D49-F38E099F602C}" srcOrd="2" destOrd="0" presId="urn:microsoft.com/office/officeart/2009/3/layout/HorizontalOrganizationChart"/>
    <dgm:cxn modelId="{C724841F-0268-49AA-B73C-965F3FB02197}" type="presParOf" srcId="{5C439A51-025B-450E-BE32-94893F0D77FB}" destId="{62466570-1170-4857-B295-12A42D789EE6}" srcOrd="2" destOrd="0" presId="urn:microsoft.com/office/officeart/2009/3/layout/HorizontalOrganizationChart"/>
    <dgm:cxn modelId="{1F1D25A6-4CDB-4136-ABE1-86C8362967B2}" type="presParOf" srcId="{5C439A51-025B-450E-BE32-94893F0D77FB}" destId="{8A3E77FD-0443-4511-B39D-403A24FF1666}" srcOrd="3" destOrd="0" presId="urn:microsoft.com/office/officeart/2009/3/layout/HorizontalOrganizationChart"/>
    <dgm:cxn modelId="{B6325B32-9A02-4244-9D1E-AE27EA347050}" type="presParOf" srcId="{8A3E77FD-0443-4511-B39D-403A24FF1666}" destId="{135E88DF-5C02-44BF-A48A-87B6F2C2B967}" srcOrd="0" destOrd="0" presId="urn:microsoft.com/office/officeart/2009/3/layout/HorizontalOrganizationChart"/>
    <dgm:cxn modelId="{0D03B901-577B-471D-AE73-6BFC87811776}" type="presParOf" srcId="{135E88DF-5C02-44BF-A48A-87B6F2C2B967}" destId="{3C9020ED-4E3E-4C83-B254-DABF1CC856EA}" srcOrd="0" destOrd="0" presId="urn:microsoft.com/office/officeart/2009/3/layout/HorizontalOrganizationChart"/>
    <dgm:cxn modelId="{B213167E-A1C0-436B-95FB-B94C380593E5}" type="presParOf" srcId="{135E88DF-5C02-44BF-A48A-87B6F2C2B967}" destId="{0227D848-C0AC-42A6-98A4-4EAD7F3EE413}" srcOrd="1" destOrd="0" presId="urn:microsoft.com/office/officeart/2009/3/layout/HorizontalOrganizationChart"/>
    <dgm:cxn modelId="{86B6D1F7-3C22-402C-BEF9-937465A4C022}" type="presParOf" srcId="{8A3E77FD-0443-4511-B39D-403A24FF1666}" destId="{857451C3-AFFB-4D25-8D41-27EE333F53CA}" srcOrd="1" destOrd="0" presId="urn:microsoft.com/office/officeart/2009/3/layout/HorizontalOrganizationChart"/>
    <dgm:cxn modelId="{F45D2DEF-36C5-46BB-B894-977098625A76}" type="presParOf" srcId="{8A3E77FD-0443-4511-B39D-403A24FF1666}" destId="{9F68CE15-E98E-4528-B832-F21ECF2B5706}" srcOrd="2" destOrd="0" presId="urn:microsoft.com/office/officeart/2009/3/layout/HorizontalOrganizationChart"/>
    <dgm:cxn modelId="{57872D75-1465-40B4-8FC3-32AF2A4F8087}" type="presParOf" srcId="{5C439A51-025B-450E-BE32-94893F0D77FB}" destId="{3A8522AE-7863-4296-BD33-C35897396FB9}" srcOrd="4" destOrd="0" presId="urn:microsoft.com/office/officeart/2009/3/layout/HorizontalOrganizationChart"/>
    <dgm:cxn modelId="{EB82794B-E865-4E9E-81F4-B934A0DD974B}" type="presParOf" srcId="{5C439A51-025B-450E-BE32-94893F0D77FB}" destId="{482C75D4-D46F-4653-89E3-35805738D192}" srcOrd="5" destOrd="0" presId="urn:microsoft.com/office/officeart/2009/3/layout/HorizontalOrganizationChart"/>
    <dgm:cxn modelId="{669CC89F-303E-4FB3-A94C-D29FE21CA3E5}" type="presParOf" srcId="{482C75D4-D46F-4653-89E3-35805738D192}" destId="{D574A55C-FA9E-49C2-93BA-9E4BCE18C699}" srcOrd="0" destOrd="0" presId="urn:microsoft.com/office/officeart/2009/3/layout/HorizontalOrganizationChart"/>
    <dgm:cxn modelId="{09633C02-D16D-4E2D-B32C-562379A0BF35}" type="presParOf" srcId="{D574A55C-FA9E-49C2-93BA-9E4BCE18C699}" destId="{3F2D6AEE-1945-445D-B52F-03410F758A73}" srcOrd="0" destOrd="0" presId="urn:microsoft.com/office/officeart/2009/3/layout/HorizontalOrganizationChart"/>
    <dgm:cxn modelId="{140EE96B-1581-4570-9D0D-C0BBCB399ADC}" type="presParOf" srcId="{D574A55C-FA9E-49C2-93BA-9E4BCE18C699}" destId="{90BA91F0-4546-4DDF-B974-1E78A5F214D9}" srcOrd="1" destOrd="0" presId="urn:microsoft.com/office/officeart/2009/3/layout/HorizontalOrganizationChart"/>
    <dgm:cxn modelId="{94BFE39E-5FDC-4445-8821-9FE8EB210A96}" type="presParOf" srcId="{482C75D4-D46F-4653-89E3-35805738D192}" destId="{FDD3E8EB-73E5-40C5-8B1B-569D22076E2D}" srcOrd="1" destOrd="0" presId="urn:microsoft.com/office/officeart/2009/3/layout/HorizontalOrganizationChart"/>
    <dgm:cxn modelId="{2FA72ADA-B18D-46B3-A69C-3C6F5149BD8A}" type="presParOf" srcId="{482C75D4-D46F-4653-89E3-35805738D192}" destId="{11008FC1-CA01-4C88-B88D-F7C4C6C59AB8}" srcOrd="2" destOrd="0" presId="urn:microsoft.com/office/officeart/2009/3/layout/HorizontalOrganizationChart"/>
    <dgm:cxn modelId="{BFA3170D-07A0-4DE2-B417-82D20B38CEA6}" type="presParOf" srcId="{2470688C-832C-491F-8218-D437893509EE}" destId="{1E0A8CFC-5880-40FC-B6E4-AAD581BA5C3D}" srcOrd="2" destOrd="0" presId="urn:microsoft.com/office/officeart/2009/3/layout/HorizontalOrganizationChart"/>
    <dgm:cxn modelId="{4AF661CC-BD44-410C-930B-3AD2C2B6ACB6}" type="presParOf" srcId="{0F27055A-8793-4305-93B1-0FC981545A04}" destId="{EE0E6DB7-848B-4009-9100-C76BDC462017}" srcOrd="6" destOrd="0" presId="urn:microsoft.com/office/officeart/2009/3/layout/HorizontalOrganizationChart"/>
    <dgm:cxn modelId="{2B28DC83-2C29-4CB0-B873-9E66040CD47E}" type="presParOf" srcId="{0F27055A-8793-4305-93B1-0FC981545A04}" destId="{54CCF77A-D95F-476A-8E13-A439BECBCB99}" srcOrd="7" destOrd="0" presId="urn:microsoft.com/office/officeart/2009/3/layout/HorizontalOrganizationChart"/>
    <dgm:cxn modelId="{10809AE3-F053-43CA-9274-F16D8423120E}" type="presParOf" srcId="{54CCF77A-D95F-476A-8E13-A439BECBCB99}" destId="{F5A71B85-9C52-4587-9B10-24162A2FDDB5}" srcOrd="0" destOrd="0" presId="urn:microsoft.com/office/officeart/2009/3/layout/HorizontalOrganizationChart"/>
    <dgm:cxn modelId="{313BF834-18E6-4C91-B66C-152F839F73E8}" type="presParOf" srcId="{F5A71B85-9C52-4587-9B10-24162A2FDDB5}" destId="{A68306EA-7C28-445E-AB3A-128E56246C84}" srcOrd="0" destOrd="0" presId="urn:microsoft.com/office/officeart/2009/3/layout/HorizontalOrganizationChart"/>
    <dgm:cxn modelId="{C172E531-9BA2-4197-928A-5DE7FCAC61DE}" type="presParOf" srcId="{F5A71B85-9C52-4587-9B10-24162A2FDDB5}" destId="{71222FCB-C35E-4B32-B67D-7AC0F1D8C89A}" srcOrd="1" destOrd="0" presId="urn:microsoft.com/office/officeart/2009/3/layout/HorizontalOrganizationChart"/>
    <dgm:cxn modelId="{6BF8A85B-34AB-417C-B13C-178CCE64367E}" type="presParOf" srcId="{54CCF77A-D95F-476A-8E13-A439BECBCB99}" destId="{690F177B-A7CF-499B-98B2-C81E5E398C41}" srcOrd="1" destOrd="0" presId="urn:microsoft.com/office/officeart/2009/3/layout/HorizontalOrganizationChart"/>
    <dgm:cxn modelId="{D48EBB68-A19D-46A7-BA47-3141EE851FF6}" type="presParOf" srcId="{690F177B-A7CF-499B-98B2-C81E5E398C41}" destId="{00225295-CD20-44DA-AB18-87B70D4F998C}" srcOrd="0" destOrd="0" presId="urn:microsoft.com/office/officeart/2009/3/layout/HorizontalOrganizationChart"/>
    <dgm:cxn modelId="{2B2FBC4E-CB58-45DB-B799-672A82BCF9E9}" type="presParOf" srcId="{690F177B-A7CF-499B-98B2-C81E5E398C41}" destId="{C4607F15-55DA-4E75-9308-22C768E40C2E}" srcOrd="1" destOrd="0" presId="urn:microsoft.com/office/officeart/2009/3/layout/HorizontalOrganizationChart"/>
    <dgm:cxn modelId="{DB56C727-D965-419F-B37D-F1E49FBFB7E2}" type="presParOf" srcId="{C4607F15-55DA-4E75-9308-22C768E40C2E}" destId="{C0AEF4C3-55D7-49EA-81D9-103995884A0B}" srcOrd="0" destOrd="0" presId="urn:microsoft.com/office/officeart/2009/3/layout/HorizontalOrganizationChart"/>
    <dgm:cxn modelId="{D68502AB-BCDB-4B07-A1FD-12AB4AEBF2DA}" type="presParOf" srcId="{C0AEF4C3-55D7-49EA-81D9-103995884A0B}" destId="{312EF6D6-007D-4B12-A4B5-5E2F2839773C}" srcOrd="0" destOrd="0" presId="urn:microsoft.com/office/officeart/2009/3/layout/HorizontalOrganizationChart"/>
    <dgm:cxn modelId="{F1DAB228-C6F8-402E-9FA0-7F677CD6EA72}" type="presParOf" srcId="{C0AEF4C3-55D7-49EA-81D9-103995884A0B}" destId="{8DA9D005-9E36-4207-9171-27E801BF85E3}" srcOrd="1" destOrd="0" presId="urn:microsoft.com/office/officeart/2009/3/layout/HorizontalOrganizationChart"/>
    <dgm:cxn modelId="{68A5771E-03D5-403F-AC3E-F69BD0FEB59D}" type="presParOf" srcId="{C4607F15-55DA-4E75-9308-22C768E40C2E}" destId="{4220A351-CEA0-4858-BACF-2AE4BBE62E52}" srcOrd="1" destOrd="0" presId="urn:microsoft.com/office/officeart/2009/3/layout/HorizontalOrganizationChart"/>
    <dgm:cxn modelId="{5041F22A-BA1C-4FC7-AD4A-A74FCD25BC06}" type="presParOf" srcId="{C4607F15-55DA-4E75-9308-22C768E40C2E}" destId="{4E1E3883-8AC7-4BBB-9712-7E47A0925E54}" srcOrd="2" destOrd="0" presId="urn:microsoft.com/office/officeart/2009/3/layout/HorizontalOrganizationChart"/>
    <dgm:cxn modelId="{10F75688-DFFF-4D8C-B269-80404795E515}" type="presParOf" srcId="{54CCF77A-D95F-476A-8E13-A439BECBCB99}" destId="{23084FD9-4A44-4F34-88A2-BFE67D845917}" srcOrd="2" destOrd="0" presId="urn:microsoft.com/office/officeart/2009/3/layout/HorizontalOrganizationChart"/>
    <dgm:cxn modelId="{01A754AB-2767-4AB5-A710-C8EDD7C74EA6}" type="presParOf" srcId="{0F27055A-8793-4305-93B1-0FC981545A04}" destId="{3E55DFBE-CA7C-4750-AA19-1BCD80DB4F25}" srcOrd="8" destOrd="0" presId="urn:microsoft.com/office/officeart/2009/3/layout/HorizontalOrganizationChart"/>
    <dgm:cxn modelId="{7F7A865D-B211-4AA2-8ACB-856E72DFFEE7}" type="presParOf" srcId="{0F27055A-8793-4305-93B1-0FC981545A04}" destId="{7DA329BC-D648-4BC9-A1A9-30384A1DCEF2}" srcOrd="9" destOrd="0" presId="urn:microsoft.com/office/officeart/2009/3/layout/HorizontalOrganizationChart"/>
    <dgm:cxn modelId="{03F5E840-AF59-44D0-BEA6-7030C85A69CC}" type="presParOf" srcId="{7DA329BC-D648-4BC9-A1A9-30384A1DCEF2}" destId="{A4CE730F-A228-42D2-909D-1DCF79ECECD9}" srcOrd="0" destOrd="0" presId="urn:microsoft.com/office/officeart/2009/3/layout/HorizontalOrganizationChart"/>
    <dgm:cxn modelId="{9187396A-1033-414B-AE6E-D548B4D998FB}" type="presParOf" srcId="{A4CE730F-A228-42D2-909D-1DCF79ECECD9}" destId="{CB7D6ECC-E623-4549-A4B2-2B4C268B6E34}" srcOrd="0" destOrd="0" presId="urn:microsoft.com/office/officeart/2009/3/layout/HorizontalOrganizationChart"/>
    <dgm:cxn modelId="{71158DDC-0141-42BF-A2EE-10B7AF062AAC}" type="presParOf" srcId="{A4CE730F-A228-42D2-909D-1DCF79ECECD9}" destId="{B320BFAD-9BCF-49AA-BBD5-E1C9CCD78EA6}" srcOrd="1" destOrd="0" presId="urn:microsoft.com/office/officeart/2009/3/layout/HorizontalOrganizationChart"/>
    <dgm:cxn modelId="{B43C8F58-2BD3-4DFC-8B92-8C058F72EBBD}" type="presParOf" srcId="{7DA329BC-D648-4BC9-A1A9-30384A1DCEF2}" destId="{5D5BB738-C1CD-42B2-A853-9DF441BF4CC1}" srcOrd="1" destOrd="0" presId="urn:microsoft.com/office/officeart/2009/3/layout/HorizontalOrganizationChart"/>
    <dgm:cxn modelId="{5B49323F-4AFF-47E1-8FF4-05099FA7EAA5}" type="presParOf" srcId="{5D5BB738-C1CD-42B2-A853-9DF441BF4CC1}" destId="{636100B9-02DE-43F1-A785-59EE8EA2CF57}" srcOrd="0" destOrd="0" presId="urn:microsoft.com/office/officeart/2009/3/layout/HorizontalOrganizationChart"/>
    <dgm:cxn modelId="{E49A76DD-ECA2-4D14-BCE6-D7BE22AC91B0}" type="presParOf" srcId="{5D5BB738-C1CD-42B2-A853-9DF441BF4CC1}" destId="{8B059DF0-B350-495A-92F1-1A91236D8676}" srcOrd="1" destOrd="0" presId="urn:microsoft.com/office/officeart/2009/3/layout/HorizontalOrganizationChart"/>
    <dgm:cxn modelId="{B7F03EA3-A233-4BF8-8733-34F3E6CE6C99}" type="presParOf" srcId="{8B059DF0-B350-495A-92F1-1A91236D8676}" destId="{CECABA6C-B0BC-4B6C-8AB4-2FFAB70FA851}" srcOrd="0" destOrd="0" presId="urn:microsoft.com/office/officeart/2009/3/layout/HorizontalOrganizationChart"/>
    <dgm:cxn modelId="{4BDD078A-0DCD-4C5E-B609-30F8068C04B5}" type="presParOf" srcId="{CECABA6C-B0BC-4B6C-8AB4-2FFAB70FA851}" destId="{FED72E97-B67A-4285-AF07-98CBE18E66DD}" srcOrd="0" destOrd="0" presId="urn:microsoft.com/office/officeart/2009/3/layout/HorizontalOrganizationChart"/>
    <dgm:cxn modelId="{FAB592F8-051C-466E-94CA-BF8B910043F2}" type="presParOf" srcId="{CECABA6C-B0BC-4B6C-8AB4-2FFAB70FA851}" destId="{B070D054-FB44-4DA8-9F7E-3E7B2B28C69B}" srcOrd="1" destOrd="0" presId="urn:microsoft.com/office/officeart/2009/3/layout/HorizontalOrganizationChart"/>
    <dgm:cxn modelId="{EAC912E3-BBE6-4743-89C9-08C073131C4C}" type="presParOf" srcId="{8B059DF0-B350-495A-92F1-1A91236D8676}" destId="{5211BDB1-2776-42AF-9D11-3544C883EE6F}" srcOrd="1" destOrd="0" presId="urn:microsoft.com/office/officeart/2009/3/layout/HorizontalOrganizationChart"/>
    <dgm:cxn modelId="{44EABFC5-36F4-4C08-A3D8-FB6CE0181F34}" type="presParOf" srcId="{8B059DF0-B350-495A-92F1-1A91236D8676}" destId="{39094B5B-16A9-446A-B58E-6F13A985F2F6}" srcOrd="2" destOrd="0" presId="urn:microsoft.com/office/officeart/2009/3/layout/HorizontalOrganizationChart"/>
    <dgm:cxn modelId="{58D85BF7-AC3E-4214-A115-5B26C3CE9B3A}" type="presParOf" srcId="{7DA329BC-D648-4BC9-A1A9-30384A1DCEF2}" destId="{364FFA20-FD2C-44A7-A111-80C9ABBB04A3}" srcOrd="2" destOrd="0" presId="urn:microsoft.com/office/officeart/2009/3/layout/HorizontalOrganizationChart"/>
    <dgm:cxn modelId="{DDC29241-2484-4524-AF5C-AADE99047A72}" type="presParOf" srcId="{BC7AABC1-EE65-4249-AB09-2B8073D32870}" destId="{DDE13E1F-ACDE-40A3-A1E4-C75BC51484C4}" srcOrd="2" destOrd="0" presId="urn:microsoft.com/office/officeart/2009/3/layout/HorizontalOrganizationChart"/>
    <dgm:cxn modelId="{098913FA-D8F1-4464-83B4-175599B3EDBD}" type="presParOf" srcId="{39E4110F-A87B-4C33-93AB-E0C6297C265E}" destId="{8BC9355C-6257-486C-9D8F-ED6D036B1167}" srcOrd="6" destOrd="0" presId="urn:microsoft.com/office/officeart/2009/3/layout/HorizontalOrganizationChart"/>
    <dgm:cxn modelId="{BDBE4D76-F198-421D-AAF6-5BE4351C5FE8}" type="presParOf" srcId="{39E4110F-A87B-4C33-93AB-E0C6297C265E}" destId="{6CAA118E-7366-48F9-BC9C-C97E32DF6F25}" srcOrd="7" destOrd="0" presId="urn:microsoft.com/office/officeart/2009/3/layout/HorizontalOrganizationChart"/>
    <dgm:cxn modelId="{4D4C7771-FFAF-4230-AFEA-B907D9E6E8A8}" type="presParOf" srcId="{6CAA118E-7366-48F9-BC9C-C97E32DF6F25}" destId="{D9D6E36B-4D9C-4CBA-AFEA-C8C5CB9C8CC8}" srcOrd="0" destOrd="0" presId="urn:microsoft.com/office/officeart/2009/3/layout/HorizontalOrganizationChart"/>
    <dgm:cxn modelId="{786365C7-3E38-4121-A913-F9FE2B19B5D3}" type="presParOf" srcId="{D9D6E36B-4D9C-4CBA-AFEA-C8C5CB9C8CC8}" destId="{39BBAEAC-B01C-422A-8DE2-96AA3E2AF755}" srcOrd="0" destOrd="0" presId="urn:microsoft.com/office/officeart/2009/3/layout/HorizontalOrganizationChart"/>
    <dgm:cxn modelId="{B34712FD-E33C-4F8F-A4CA-4590E85358C7}" type="presParOf" srcId="{D9D6E36B-4D9C-4CBA-AFEA-C8C5CB9C8CC8}" destId="{738B9999-5D8C-4D55-AE8F-AC50D555EEDC}" srcOrd="1" destOrd="0" presId="urn:microsoft.com/office/officeart/2009/3/layout/HorizontalOrganizationChart"/>
    <dgm:cxn modelId="{8D2E5189-D9B5-4AD4-BCF3-9DC6F7F18133}" type="presParOf" srcId="{6CAA118E-7366-48F9-BC9C-C97E32DF6F25}" destId="{94A913A6-38B5-4191-AC57-F8202844C0E0}" srcOrd="1" destOrd="0" presId="urn:microsoft.com/office/officeart/2009/3/layout/HorizontalOrganizationChart"/>
    <dgm:cxn modelId="{D446E2A9-B44F-466E-A97D-A4161639828C}" type="presParOf" srcId="{6CAA118E-7366-48F9-BC9C-C97E32DF6F25}" destId="{9A772734-087C-4257-B98B-BC5299AF572C}" srcOrd="2" destOrd="0" presId="urn:microsoft.com/office/officeart/2009/3/layout/HorizontalOrganizationChart"/>
    <dgm:cxn modelId="{12184F02-384B-4F26-8269-E2D20207AA0A}" type="presParOf" srcId="{39E4110F-A87B-4C33-93AB-E0C6297C265E}" destId="{9A4378A2-F4C1-45F7-A5C5-6C642AEAB20B}" srcOrd="8" destOrd="0" presId="urn:microsoft.com/office/officeart/2009/3/layout/HorizontalOrganizationChart"/>
    <dgm:cxn modelId="{41DE1003-0C7A-4E22-966B-9D75349411BF}" type="presParOf" srcId="{39E4110F-A87B-4C33-93AB-E0C6297C265E}" destId="{7D029633-9469-40E3-8D8B-07D48304B6B6}" srcOrd="9" destOrd="0" presId="urn:microsoft.com/office/officeart/2009/3/layout/HorizontalOrganizationChart"/>
    <dgm:cxn modelId="{AC9D8E2B-EC39-44BA-82BD-1F41F01E8E67}" type="presParOf" srcId="{7D029633-9469-40E3-8D8B-07D48304B6B6}" destId="{F857F2DC-D0D3-40A1-ADE7-F4503CDBF0C7}" srcOrd="0" destOrd="0" presId="urn:microsoft.com/office/officeart/2009/3/layout/HorizontalOrganizationChart"/>
    <dgm:cxn modelId="{02C3D59A-56A3-4D2F-8B5C-66150AC566D0}" type="presParOf" srcId="{F857F2DC-D0D3-40A1-ADE7-F4503CDBF0C7}" destId="{3A237674-69AF-472F-B580-C154FD3D8EC6}" srcOrd="0" destOrd="0" presId="urn:microsoft.com/office/officeart/2009/3/layout/HorizontalOrganizationChart"/>
    <dgm:cxn modelId="{297CF9B5-F8EB-40CB-9656-E1B23F96326C}" type="presParOf" srcId="{F857F2DC-D0D3-40A1-ADE7-F4503CDBF0C7}" destId="{C320421F-65A6-4639-B523-0000940B2E21}" srcOrd="1" destOrd="0" presId="urn:microsoft.com/office/officeart/2009/3/layout/HorizontalOrganizationChart"/>
    <dgm:cxn modelId="{15191394-FD7D-4299-82A8-FFD663D3E7D5}" type="presParOf" srcId="{7D029633-9469-40E3-8D8B-07D48304B6B6}" destId="{BC59AB36-2C74-4ABD-94D9-1106A07A0C1C}" srcOrd="1" destOrd="0" presId="urn:microsoft.com/office/officeart/2009/3/layout/HorizontalOrganizationChart"/>
    <dgm:cxn modelId="{76B0477C-6B8D-4B52-A495-EF9D99EE170B}" type="presParOf" srcId="{7D029633-9469-40E3-8D8B-07D48304B6B6}" destId="{B3401E3B-F960-4F53-B1D1-7229552586D3}" srcOrd="2" destOrd="0" presId="urn:microsoft.com/office/officeart/2009/3/layout/HorizontalOrganizationChart"/>
    <dgm:cxn modelId="{1C284883-354B-4CB6-B391-78161B9C83ED}" type="presParOf" srcId="{BD34208C-5CD3-4030-B7E5-69B22BDADD1C}" destId="{193F1D95-871A-47ED-AAEA-056253F355CF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0128862-9A38-4214-B20A-C3B8B5090A55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D72ECF72-F23A-4333-ACA7-4742E04816FB}">
      <dgm:prSet/>
      <dgm:spPr/>
      <dgm:t>
        <a:bodyPr/>
        <a:lstStyle/>
        <a:p>
          <a:r>
            <a:rPr lang="zh-CN"/>
            <a:t>开机</a:t>
          </a:r>
        </a:p>
      </dgm:t>
    </dgm:pt>
    <dgm:pt modelId="{2F9D9D0D-708B-4F12-8239-AA6AF4023722}" type="parTrans" cxnId="{6A5F34E3-A306-4A47-BBC4-9B27D45171E7}">
      <dgm:prSet/>
      <dgm:spPr/>
      <dgm:t>
        <a:bodyPr/>
        <a:lstStyle/>
        <a:p>
          <a:endParaRPr lang="zh-CN" altLang="en-US"/>
        </a:p>
      </dgm:t>
    </dgm:pt>
    <dgm:pt modelId="{748EB144-8AB8-496D-AA02-0C0915F9B55E}" type="sibTrans" cxnId="{6A5F34E3-A306-4A47-BBC4-9B27D45171E7}">
      <dgm:prSet/>
      <dgm:spPr/>
      <dgm:t>
        <a:bodyPr/>
        <a:lstStyle/>
        <a:p>
          <a:endParaRPr lang="zh-CN" altLang="en-US"/>
        </a:p>
      </dgm:t>
    </dgm:pt>
    <dgm:pt modelId="{DDDD16BB-4B9D-422B-89CF-91A868B92CDF}">
      <dgm:prSet/>
      <dgm:spPr/>
      <dgm:t>
        <a:bodyPr/>
        <a:lstStyle/>
        <a:p>
          <a:r>
            <a:rPr lang="zh-CN" dirty="0"/>
            <a:t>运行模式选择</a:t>
          </a:r>
        </a:p>
      </dgm:t>
    </dgm:pt>
    <dgm:pt modelId="{5EF2AB7D-8AFE-4F5A-8C2D-89BF74E4B1AC}" type="parTrans" cxnId="{C85C83AB-AC38-4F4F-8322-603CD101ECFE}">
      <dgm:prSet/>
      <dgm:spPr/>
      <dgm:t>
        <a:bodyPr/>
        <a:lstStyle/>
        <a:p>
          <a:endParaRPr lang="zh-CN" altLang="en-US"/>
        </a:p>
      </dgm:t>
    </dgm:pt>
    <dgm:pt modelId="{D45D4E3C-88BE-4473-9E9F-2849DDC94DEF}" type="sibTrans" cxnId="{C85C83AB-AC38-4F4F-8322-603CD101ECFE}">
      <dgm:prSet/>
      <dgm:spPr/>
      <dgm:t>
        <a:bodyPr/>
        <a:lstStyle/>
        <a:p>
          <a:endParaRPr lang="zh-CN" altLang="en-US"/>
        </a:p>
      </dgm:t>
    </dgm:pt>
    <dgm:pt modelId="{B67FABB7-6C2D-4181-B4A3-EE2E3F36A2DF}">
      <dgm:prSet/>
      <dgm:spPr/>
      <dgm:t>
        <a:bodyPr/>
        <a:lstStyle/>
        <a:p>
          <a:r>
            <a:rPr lang="zh-CN" dirty="0"/>
            <a:t>环境建图与巡检点位标定模式</a:t>
          </a:r>
        </a:p>
      </dgm:t>
    </dgm:pt>
    <dgm:pt modelId="{FB60ABA4-DC1C-4CAC-BA39-5BE7813E7D8C}" type="parTrans" cxnId="{D7AF93E6-45A7-4577-AE19-1EEB6E9F4AAD}">
      <dgm:prSet/>
      <dgm:spPr/>
      <dgm:t>
        <a:bodyPr/>
        <a:lstStyle/>
        <a:p>
          <a:endParaRPr lang="zh-CN" altLang="en-US"/>
        </a:p>
      </dgm:t>
    </dgm:pt>
    <dgm:pt modelId="{6F846500-46C8-4686-9781-F91CF8F6D966}" type="sibTrans" cxnId="{D7AF93E6-45A7-4577-AE19-1EEB6E9F4AAD}">
      <dgm:prSet/>
      <dgm:spPr/>
      <dgm:t>
        <a:bodyPr/>
        <a:lstStyle/>
        <a:p>
          <a:endParaRPr lang="zh-CN" altLang="en-US"/>
        </a:p>
      </dgm:t>
    </dgm:pt>
    <dgm:pt modelId="{2E4328BB-EA5B-453F-B9BA-6B7573438125}">
      <dgm:prSet/>
      <dgm:spPr/>
      <dgm:t>
        <a:bodyPr/>
        <a:lstStyle/>
        <a:p>
          <a:pPr algn="l"/>
          <a:r>
            <a:rPr lang="en-US" dirty="0"/>
            <a:t>1</a:t>
          </a:r>
          <a:r>
            <a:rPr lang="zh-CN" dirty="0"/>
            <a:t>、操作机器人在巡检区域内移动，完成建图</a:t>
          </a:r>
        </a:p>
      </dgm:t>
    </dgm:pt>
    <dgm:pt modelId="{22E843ED-6108-4DFD-B39D-5090030B9EE7}" type="parTrans" cxnId="{57E39E94-2FD1-41B8-8A93-47E78500727E}">
      <dgm:prSet/>
      <dgm:spPr/>
      <dgm:t>
        <a:bodyPr/>
        <a:lstStyle/>
        <a:p>
          <a:endParaRPr lang="zh-CN" altLang="en-US"/>
        </a:p>
      </dgm:t>
    </dgm:pt>
    <dgm:pt modelId="{F563413E-6828-4E6B-A337-7E93779572FB}" type="sibTrans" cxnId="{57E39E94-2FD1-41B8-8A93-47E78500727E}">
      <dgm:prSet/>
      <dgm:spPr/>
      <dgm:t>
        <a:bodyPr/>
        <a:lstStyle/>
        <a:p>
          <a:endParaRPr lang="zh-CN" altLang="en-US"/>
        </a:p>
      </dgm:t>
    </dgm:pt>
    <dgm:pt modelId="{E7741572-C4B0-4308-A6A3-DF249307D405}">
      <dgm:prSet/>
      <dgm:spPr/>
      <dgm:t>
        <a:bodyPr/>
        <a:lstStyle/>
        <a:p>
          <a:pPr algn="l"/>
          <a:r>
            <a:rPr lang="en-US" dirty="0"/>
            <a:t>2</a:t>
          </a:r>
          <a:r>
            <a:rPr lang="zh-CN" dirty="0"/>
            <a:t>、操作机器人到达巡检点位，记录巡检点</a:t>
          </a:r>
        </a:p>
      </dgm:t>
    </dgm:pt>
    <dgm:pt modelId="{68421C75-B4F4-46E2-881D-F4FB4FA15937}" type="parTrans" cxnId="{4471A991-BA6D-4A8A-9692-BA4EEC9792DE}">
      <dgm:prSet/>
      <dgm:spPr/>
      <dgm:t>
        <a:bodyPr/>
        <a:lstStyle/>
        <a:p>
          <a:endParaRPr lang="zh-CN" altLang="en-US"/>
        </a:p>
      </dgm:t>
    </dgm:pt>
    <dgm:pt modelId="{817DF4F5-A607-4506-8BCF-9DBE1C9EE0BE}" type="sibTrans" cxnId="{4471A991-BA6D-4A8A-9692-BA4EEC9792DE}">
      <dgm:prSet/>
      <dgm:spPr/>
      <dgm:t>
        <a:bodyPr/>
        <a:lstStyle/>
        <a:p>
          <a:endParaRPr lang="zh-CN" altLang="en-US"/>
        </a:p>
      </dgm:t>
    </dgm:pt>
    <dgm:pt modelId="{FA60B705-C4D3-477C-8E05-A5B67F1455A9}">
      <dgm:prSet/>
      <dgm:spPr/>
      <dgm:t>
        <a:bodyPr/>
        <a:lstStyle/>
        <a:p>
          <a:r>
            <a:rPr lang="zh-CN"/>
            <a:t>火灾隐患巡检模式</a:t>
          </a:r>
        </a:p>
      </dgm:t>
    </dgm:pt>
    <dgm:pt modelId="{1198D4E3-152F-4805-B14A-A57830926B1B}" type="parTrans" cxnId="{95E2AF9E-64FA-4A9F-AFC1-5BCB96411841}">
      <dgm:prSet/>
      <dgm:spPr/>
      <dgm:t>
        <a:bodyPr/>
        <a:lstStyle/>
        <a:p>
          <a:endParaRPr lang="zh-CN" altLang="en-US"/>
        </a:p>
      </dgm:t>
    </dgm:pt>
    <dgm:pt modelId="{6FC9E0D5-19C2-4353-ABCB-ADA4728FD661}" type="sibTrans" cxnId="{95E2AF9E-64FA-4A9F-AFC1-5BCB96411841}">
      <dgm:prSet/>
      <dgm:spPr/>
      <dgm:t>
        <a:bodyPr/>
        <a:lstStyle/>
        <a:p>
          <a:endParaRPr lang="zh-CN" altLang="en-US"/>
        </a:p>
      </dgm:t>
    </dgm:pt>
    <dgm:pt modelId="{8F299D48-570B-4BD2-9B39-35904878C469}">
      <dgm:prSet/>
      <dgm:spPr/>
      <dgm:t>
        <a:bodyPr/>
        <a:lstStyle/>
        <a:p>
          <a:pPr algn="l"/>
          <a:r>
            <a:rPr lang="en-US"/>
            <a:t>1</a:t>
          </a:r>
          <a:r>
            <a:rPr lang="zh-CN"/>
            <a:t>、操作机器人移动至巡检起点</a:t>
          </a:r>
        </a:p>
      </dgm:t>
    </dgm:pt>
    <dgm:pt modelId="{4794F99B-1FB7-40D8-8C2C-A65FADB46A9F}" type="parTrans" cxnId="{12103DBE-9309-40EB-89D8-4D01B8AC27EA}">
      <dgm:prSet/>
      <dgm:spPr/>
      <dgm:t>
        <a:bodyPr/>
        <a:lstStyle/>
        <a:p>
          <a:endParaRPr lang="zh-CN" altLang="en-US"/>
        </a:p>
      </dgm:t>
    </dgm:pt>
    <dgm:pt modelId="{D745C979-6F86-4956-B1AA-2836A406B32C}" type="sibTrans" cxnId="{12103DBE-9309-40EB-89D8-4D01B8AC27EA}">
      <dgm:prSet/>
      <dgm:spPr/>
      <dgm:t>
        <a:bodyPr/>
        <a:lstStyle/>
        <a:p>
          <a:endParaRPr lang="zh-CN" altLang="en-US"/>
        </a:p>
      </dgm:t>
    </dgm:pt>
    <dgm:pt modelId="{64F548CE-4F7B-48A8-A10E-A06227EF2FE1}">
      <dgm:prSet/>
      <dgm:spPr/>
      <dgm:t>
        <a:bodyPr/>
        <a:lstStyle/>
        <a:p>
          <a:pPr algn="l"/>
          <a:r>
            <a:rPr lang="en-US"/>
            <a:t>2</a:t>
          </a:r>
          <a:r>
            <a:rPr lang="zh-CN"/>
            <a:t>、选择已经建立的地图</a:t>
          </a:r>
        </a:p>
      </dgm:t>
    </dgm:pt>
    <dgm:pt modelId="{778FEF45-5376-40D7-98BC-42A2220B071C}" type="parTrans" cxnId="{7DE8BCD6-ECA5-4638-A820-DCAD29D63A08}">
      <dgm:prSet/>
      <dgm:spPr/>
      <dgm:t>
        <a:bodyPr/>
        <a:lstStyle/>
        <a:p>
          <a:endParaRPr lang="zh-CN" altLang="en-US"/>
        </a:p>
      </dgm:t>
    </dgm:pt>
    <dgm:pt modelId="{266115EA-AF53-425E-8E66-464823A029CF}" type="sibTrans" cxnId="{7DE8BCD6-ECA5-4638-A820-DCAD29D63A08}">
      <dgm:prSet/>
      <dgm:spPr/>
      <dgm:t>
        <a:bodyPr/>
        <a:lstStyle/>
        <a:p>
          <a:endParaRPr lang="zh-CN" altLang="en-US"/>
        </a:p>
      </dgm:t>
    </dgm:pt>
    <dgm:pt modelId="{B696975B-545E-4016-96F8-8F1055CDA236}">
      <dgm:prSet/>
      <dgm:spPr/>
      <dgm:t>
        <a:bodyPr/>
        <a:lstStyle/>
        <a:p>
          <a:pPr algn="l"/>
          <a:r>
            <a:rPr lang="en-US"/>
            <a:t>3</a:t>
          </a:r>
          <a:r>
            <a:rPr lang="zh-CN"/>
            <a:t>、依次自主导航至目标巡检点位，对目标物拍照并存储</a:t>
          </a:r>
        </a:p>
      </dgm:t>
    </dgm:pt>
    <dgm:pt modelId="{40572A6C-4F8F-4110-9933-68492EB63053}" type="parTrans" cxnId="{2CF1DF1E-0AA4-46D6-8F93-B319D3C3E26A}">
      <dgm:prSet/>
      <dgm:spPr/>
      <dgm:t>
        <a:bodyPr/>
        <a:lstStyle/>
        <a:p>
          <a:endParaRPr lang="zh-CN" altLang="en-US"/>
        </a:p>
      </dgm:t>
    </dgm:pt>
    <dgm:pt modelId="{F2B19527-9EBF-443A-84B2-82151926B22D}" type="sibTrans" cxnId="{2CF1DF1E-0AA4-46D6-8F93-B319D3C3E26A}">
      <dgm:prSet/>
      <dgm:spPr/>
      <dgm:t>
        <a:bodyPr/>
        <a:lstStyle/>
        <a:p>
          <a:endParaRPr lang="zh-CN" altLang="en-US"/>
        </a:p>
      </dgm:t>
    </dgm:pt>
    <dgm:pt modelId="{3A20154C-85DA-48D9-9A8F-DF2C50D3A389}">
      <dgm:prSet/>
      <dgm:spPr/>
      <dgm:t>
        <a:bodyPr/>
        <a:lstStyle/>
        <a:p>
          <a:pPr algn="l"/>
          <a:r>
            <a:rPr lang="en-US" dirty="0"/>
            <a:t>4</a:t>
          </a:r>
          <a:r>
            <a:rPr lang="zh-CN" dirty="0"/>
            <a:t>、移动过程中实时读取热成像相机、烟雾传感器数据</a:t>
          </a:r>
        </a:p>
      </dgm:t>
    </dgm:pt>
    <dgm:pt modelId="{24B1003D-2B6E-4AE5-BD58-96F5ED75C970}" type="parTrans" cxnId="{E1C537AA-A2F8-4F9D-9461-B0F05F23B168}">
      <dgm:prSet/>
      <dgm:spPr/>
      <dgm:t>
        <a:bodyPr/>
        <a:lstStyle/>
        <a:p>
          <a:endParaRPr lang="zh-CN" altLang="en-US"/>
        </a:p>
      </dgm:t>
    </dgm:pt>
    <dgm:pt modelId="{4676BAF3-1195-4CDF-BAC7-8B83FF6682EA}" type="sibTrans" cxnId="{E1C537AA-A2F8-4F9D-9461-B0F05F23B168}">
      <dgm:prSet/>
      <dgm:spPr/>
      <dgm:t>
        <a:bodyPr/>
        <a:lstStyle/>
        <a:p>
          <a:endParaRPr lang="zh-CN" altLang="en-US"/>
        </a:p>
      </dgm:t>
    </dgm:pt>
    <dgm:pt modelId="{CF299241-DC8D-47B6-A246-5B874B17A856}">
      <dgm:prSet/>
      <dgm:spPr/>
      <dgm:t>
        <a:bodyPr/>
        <a:lstStyle/>
        <a:p>
          <a:pPr algn="l"/>
          <a:r>
            <a:rPr lang="en-US" dirty="0"/>
            <a:t>5</a:t>
          </a:r>
          <a:r>
            <a:rPr lang="zh-CN" dirty="0"/>
            <a:t>、若检测到火灾，则上报信息并启动灭火程序</a:t>
          </a:r>
        </a:p>
      </dgm:t>
    </dgm:pt>
    <dgm:pt modelId="{78EC2979-040A-4CE0-AA2E-04C177E648B6}" type="parTrans" cxnId="{D523173B-EAAB-4884-B1AA-730A7391FA67}">
      <dgm:prSet/>
      <dgm:spPr/>
      <dgm:t>
        <a:bodyPr/>
        <a:lstStyle/>
        <a:p>
          <a:endParaRPr lang="zh-CN" altLang="en-US"/>
        </a:p>
      </dgm:t>
    </dgm:pt>
    <dgm:pt modelId="{BA0FF28F-E1F9-46BE-81E2-5AA80FB5303F}" type="sibTrans" cxnId="{D523173B-EAAB-4884-B1AA-730A7391FA67}">
      <dgm:prSet/>
      <dgm:spPr/>
      <dgm:t>
        <a:bodyPr/>
        <a:lstStyle/>
        <a:p>
          <a:endParaRPr lang="zh-CN" altLang="en-US"/>
        </a:p>
      </dgm:t>
    </dgm:pt>
    <dgm:pt modelId="{8FF301AF-843F-434C-8C2C-E4E26ECEED87}">
      <dgm:prSet/>
      <dgm:spPr/>
      <dgm:t>
        <a:bodyPr/>
        <a:lstStyle/>
        <a:p>
          <a:pPr algn="l"/>
          <a:r>
            <a:rPr lang="en-US" dirty="0"/>
            <a:t>6</a:t>
          </a:r>
          <a:r>
            <a:rPr lang="zh-CN" dirty="0"/>
            <a:t>、待本次目标物拍照结束，自动返回至起点</a:t>
          </a:r>
        </a:p>
      </dgm:t>
    </dgm:pt>
    <dgm:pt modelId="{6BCDB3F5-C8E8-48D7-BC7A-A15B7210A4EA}" type="parTrans" cxnId="{54686B74-668A-4F80-AE11-B24440F64359}">
      <dgm:prSet/>
      <dgm:spPr/>
      <dgm:t>
        <a:bodyPr/>
        <a:lstStyle/>
        <a:p>
          <a:endParaRPr lang="zh-CN" altLang="en-US"/>
        </a:p>
      </dgm:t>
    </dgm:pt>
    <dgm:pt modelId="{86587356-44C6-4C82-9CFC-86DF09DE4E73}" type="sibTrans" cxnId="{54686B74-668A-4F80-AE11-B24440F64359}">
      <dgm:prSet/>
      <dgm:spPr/>
      <dgm:t>
        <a:bodyPr/>
        <a:lstStyle/>
        <a:p>
          <a:endParaRPr lang="zh-CN" altLang="en-US"/>
        </a:p>
      </dgm:t>
    </dgm:pt>
    <dgm:pt modelId="{785281D7-1EB6-4A5F-97A9-A07395FB79E5}">
      <dgm:prSet/>
      <dgm:spPr/>
      <dgm:t>
        <a:bodyPr/>
        <a:lstStyle/>
        <a:p>
          <a:pPr algn="l"/>
          <a:r>
            <a:rPr lang="en-US" dirty="0"/>
            <a:t>7</a:t>
          </a:r>
          <a:r>
            <a:rPr lang="zh-CN" dirty="0"/>
            <a:t>、对目标点位的照片进行识别判断，生成报送信息并上传</a:t>
          </a:r>
        </a:p>
      </dgm:t>
    </dgm:pt>
    <dgm:pt modelId="{7E3C72D3-98B9-40CB-86E8-F91E4340093C}" type="parTrans" cxnId="{56E45775-6495-46EB-98A5-CC5F49A63003}">
      <dgm:prSet/>
      <dgm:spPr/>
      <dgm:t>
        <a:bodyPr/>
        <a:lstStyle/>
        <a:p>
          <a:endParaRPr lang="zh-CN" altLang="en-US"/>
        </a:p>
      </dgm:t>
    </dgm:pt>
    <dgm:pt modelId="{C111DECE-A7E3-42C1-BC67-740C32C3A967}" type="sibTrans" cxnId="{56E45775-6495-46EB-98A5-CC5F49A63003}">
      <dgm:prSet/>
      <dgm:spPr/>
      <dgm:t>
        <a:bodyPr/>
        <a:lstStyle/>
        <a:p>
          <a:endParaRPr lang="zh-CN" altLang="en-US"/>
        </a:p>
      </dgm:t>
    </dgm:pt>
    <dgm:pt modelId="{DB0AF9CE-6B72-45A6-8FA7-A9C01CB16500}">
      <dgm:prSet/>
      <dgm:spPr/>
      <dgm:t>
        <a:bodyPr/>
        <a:lstStyle/>
        <a:p>
          <a:pPr algn="l"/>
          <a:r>
            <a:rPr lang="en-US" altLang="zh-CN" dirty="0"/>
            <a:t>3</a:t>
          </a:r>
          <a:r>
            <a:rPr lang="zh-CN" altLang="en-US" dirty="0"/>
            <a:t>、操作云台对准巡检目标物的方向</a:t>
          </a:r>
          <a:endParaRPr lang="zh-CN" dirty="0"/>
        </a:p>
      </dgm:t>
    </dgm:pt>
    <dgm:pt modelId="{6D24B406-A581-417D-816B-474CFFE33578}" type="parTrans" cxnId="{FAF1AA1C-5850-4036-9D08-4E494B3BCD8B}">
      <dgm:prSet/>
      <dgm:spPr/>
      <dgm:t>
        <a:bodyPr/>
        <a:lstStyle/>
        <a:p>
          <a:endParaRPr lang="zh-CN" altLang="en-US"/>
        </a:p>
      </dgm:t>
    </dgm:pt>
    <dgm:pt modelId="{D3F224B9-7E6D-4FE3-AADE-D89BF3BFA7A7}" type="sibTrans" cxnId="{FAF1AA1C-5850-4036-9D08-4E494B3BCD8B}">
      <dgm:prSet/>
      <dgm:spPr/>
      <dgm:t>
        <a:bodyPr/>
        <a:lstStyle/>
        <a:p>
          <a:endParaRPr lang="zh-CN" altLang="en-US"/>
        </a:p>
      </dgm:t>
    </dgm:pt>
    <dgm:pt modelId="{5319D1BB-4E81-4B8F-B674-5BF12709401E}">
      <dgm:prSet/>
      <dgm:spPr/>
      <dgm:t>
        <a:bodyPr/>
        <a:lstStyle/>
        <a:p>
          <a:pPr algn="l"/>
          <a:r>
            <a:rPr lang="en-US" altLang="zh-CN" dirty="0"/>
            <a:t>4</a:t>
          </a:r>
          <a:r>
            <a:rPr lang="zh-CN" altLang="en-US" dirty="0"/>
            <a:t>、输入并记录目标物的分类</a:t>
          </a:r>
          <a:endParaRPr lang="zh-CN" dirty="0"/>
        </a:p>
      </dgm:t>
    </dgm:pt>
    <dgm:pt modelId="{C8C27474-04FA-4A67-B120-5D3E41A168A7}" type="parTrans" cxnId="{5D087C88-4A5A-4457-A2C0-DC0352A4BED0}">
      <dgm:prSet/>
      <dgm:spPr/>
      <dgm:t>
        <a:bodyPr/>
        <a:lstStyle/>
        <a:p>
          <a:endParaRPr lang="zh-CN" altLang="en-US"/>
        </a:p>
      </dgm:t>
    </dgm:pt>
    <dgm:pt modelId="{6D12217A-B49B-45B7-A333-0B92D45BDEC1}" type="sibTrans" cxnId="{5D087C88-4A5A-4457-A2C0-DC0352A4BED0}">
      <dgm:prSet/>
      <dgm:spPr/>
      <dgm:t>
        <a:bodyPr/>
        <a:lstStyle/>
        <a:p>
          <a:endParaRPr lang="zh-CN" altLang="en-US"/>
        </a:p>
      </dgm:t>
    </dgm:pt>
    <dgm:pt modelId="{5FAC5EB1-B3A1-4532-9775-E2CD12EC56C0}">
      <dgm:prSet/>
      <dgm:spPr/>
      <dgm:t>
        <a:bodyPr/>
        <a:lstStyle/>
        <a:p>
          <a:pPr algn="l"/>
          <a:r>
            <a:rPr lang="en-US" altLang="zh-CN" dirty="0"/>
            <a:t>5</a:t>
          </a:r>
          <a:r>
            <a:rPr lang="zh-CN" altLang="en-US" dirty="0"/>
            <a:t>、重复步骤</a:t>
          </a:r>
          <a:r>
            <a:rPr lang="en-US" altLang="zh-CN" dirty="0"/>
            <a:t>2~4</a:t>
          </a:r>
          <a:r>
            <a:rPr lang="zh-CN" altLang="en-US" dirty="0"/>
            <a:t>，直到所有待检目标物信息都已记录</a:t>
          </a:r>
          <a:endParaRPr lang="zh-CN" dirty="0"/>
        </a:p>
      </dgm:t>
    </dgm:pt>
    <dgm:pt modelId="{CE39A742-8471-4B15-A1DD-68431BA17469}" type="parTrans" cxnId="{FB97669B-3A0F-46BA-B7D7-F84196B8B2FA}">
      <dgm:prSet/>
      <dgm:spPr/>
      <dgm:t>
        <a:bodyPr/>
        <a:lstStyle/>
        <a:p>
          <a:endParaRPr lang="zh-CN" altLang="en-US"/>
        </a:p>
      </dgm:t>
    </dgm:pt>
    <dgm:pt modelId="{716851E1-0E59-4230-BBC1-03409AC47889}" type="sibTrans" cxnId="{FB97669B-3A0F-46BA-B7D7-F84196B8B2FA}">
      <dgm:prSet/>
      <dgm:spPr/>
      <dgm:t>
        <a:bodyPr/>
        <a:lstStyle/>
        <a:p>
          <a:endParaRPr lang="zh-CN" altLang="en-US"/>
        </a:p>
      </dgm:t>
    </dgm:pt>
    <dgm:pt modelId="{FDA0466D-196C-4230-AB0F-E84041D6AF2E}">
      <dgm:prSet/>
      <dgm:spPr/>
      <dgm:t>
        <a:bodyPr/>
        <a:lstStyle/>
        <a:p>
          <a:pPr algn="l"/>
          <a:r>
            <a:rPr lang="en-US" altLang="zh-CN" dirty="0"/>
            <a:t>6</a:t>
          </a:r>
          <a:r>
            <a:rPr lang="zh-CN" altLang="en-US" dirty="0"/>
            <a:t>、存储数据，并操作机器人回到起点</a:t>
          </a:r>
          <a:endParaRPr lang="zh-CN" dirty="0"/>
        </a:p>
      </dgm:t>
    </dgm:pt>
    <dgm:pt modelId="{A614F89E-06A6-4FED-ADCE-1606581A95B2}" type="parTrans" cxnId="{E94BF506-7CEE-415C-96C0-5B7B07168C13}">
      <dgm:prSet/>
      <dgm:spPr/>
      <dgm:t>
        <a:bodyPr/>
        <a:lstStyle/>
        <a:p>
          <a:endParaRPr lang="zh-CN" altLang="en-US"/>
        </a:p>
      </dgm:t>
    </dgm:pt>
    <dgm:pt modelId="{7CC2368D-812F-4681-8981-1F0C0767E7B8}" type="sibTrans" cxnId="{E94BF506-7CEE-415C-96C0-5B7B07168C13}">
      <dgm:prSet/>
      <dgm:spPr/>
      <dgm:t>
        <a:bodyPr/>
        <a:lstStyle/>
        <a:p>
          <a:endParaRPr lang="zh-CN" altLang="en-US"/>
        </a:p>
      </dgm:t>
    </dgm:pt>
    <dgm:pt modelId="{0EA35D7D-D6DC-4650-B2C4-B9CC94F8CFC0}" type="pres">
      <dgm:prSet presAssocID="{10128862-9A38-4214-B20A-C3B8B5090A5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EB7E146-E122-4F8E-AEEE-C153D52CB79A}" type="pres">
      <dgm:prSet presAssocID="{D72ECF72-F23A-4333-ACA7-4742E04816FB}" presName="hierRoot1" presStyleCnt="0">
        <dgm:presLayoutVars>
          <dgm:hierBranch val="init"/>
        </dgm:presLayoutVars>
      </dgm:prSet>
      <dgm:spPr/>
    </dgm:pt>
    <dgm:pt modelId="{17672892-76A1-452B-8588-60E45FFE3736}" type="pres">
      <dgm:prSet presAssocID="{D72ECF72-F23A-4333-ACA7-4742E04816FB}" presName="rootComposite1" presStyleCnt="0"/>
      <dgm:spPr/>
    </dgm:pt>
    <dgm:pt modelId="{90F31190-85ED-44D5-8184-2622533F4DB4}" type="pres">
      <dgm:prSet presAssocID="{D72ECF72-F23A-4333-ACA7-4742E04816FB}" presName="rootText1" presStyleLbl="node0" presStyleIdx="0" presStyleCnt="1">
        <dgm:presLayoutVars>
          <dgm:chPref val="3"/>
        </dgm:presLayoutVars>
      </dgm:prSet>
      <dgm:spPr/>
    </dgm:pt>
    <dgm:pt modelId="{CAF00CCF-DD31-4D20-BCBB-94A089FC59DA}" type="pres">
      <dgm:prSet presAssocID="{D72ECF72-F23A-4333-ACA7-4742E04816FB}" presName="rootConnector1" presStyleLbl="node1" presStyleIdx="0" presStyleCnt="0"/>
      <dgm:spPr/>
    </dgm:pt>
    <dgm:pt modelId="{68375EC9-3517-4109-8053-45D8A68056DA}" type="pres">
      <dgm:prSet presAssocID="{D72ECF72-F23A-4333-ACA7-4742E04816FB}" presName="hierChild2" presStyleCnt="0"/>
      <dgm:spPr/>
    </dgm:pt>
    <dgm:pt modelId="{432931CE-60B9-4693-B358-AF70FC42340B}" type="pres">
      <dgm:prSet presAssocID="{5EF2AB7D-8AFE-4F5A-8C2D-89BF74E4B1AC}" presName="Name37" presStyleLbl="parChTrans1D2" presStyleIdx="0" presStyleCnt="1"/>
      <dgm:spPr/>
    </dgm:pt>
    <dgm:pt modelId="{3C30138D-A99F-4362-8B23-3EA574019011}" type="pres">
      <dgm:prSet presAssocID="{DDDD16BB-4B9D-422B-89CF-91A868B92CDF}" presName="hierRoot2" presStyleCnt="0">
        <dgm:presLayoutVars>
          <dgm:hierBranch val="init"/>
        </dgm:presLayoutVars>
      </dgm:prSet>
      <dgm:spPr/>
    </dgm:pt>
    <dgm:pt modelId="{D305CBD6-5DA4-4F3D-9FD3-A8DFD13BB7D8}" type="pres">
      <dgm:prSet presAssocID="{DDDD16BB-4B9D-422B-89CF-91A868B92CDF}" presName="rootComposite" presStyleCnt="0"/>
      <dgm:spPr/>
    </dgm:pt>
    <dgm:pt modelId="{F049C1E8-6E51-4CAE-B72D-FC7BB6D45B27}" type="pres">
      <dgm:prSet presAssocID="{DDDD16BB-4B9D-422B-89CF-91A868B92CDF}" presName="rootText" presStyleLbl="node2" presStyleIdx="0" presStyleCnt="1" custScaleX="275661">
        <dgm:presLayoutVars>
          <dgm:chPref val="3"/>
        </dgm:presLayoutVars>
      </dgm:prSet>
      <dgm:spPr/>
    </dgm:pt>
    <dgm:pt modelId="{30D3A62C-E2BE-4677-87E4-CFBA7611D09F}" type="pres">
      <dgm:prSet presAssocID="{DDDD16BB-4B9D-422B-89CF-91A868B92CDF}" presName="rootConnector" presStyleLbl="node2" presStyleIdx="0" presStyleCnt="1"/>
      <dgm:spPr/>
    </dgm:pt>
    <dgm:pt modelId="{0CFC403E-499B-43AD-9265-588CF3BA6B6B}" type="pres">
      <dgm:prSet presAssocID="{DDDD16BB-4B9D-422B-89CF-91A868B92CDF}" presName="hierChild4" presStyleCnt="0"/>
      <dgm:spPr/>
    </dgm:pt>
    <dgm:pt modelId="{8B9C7584-C50C-4995-B1A1-E60EC042AACB}" type="pres">
      <dgm:prSet presAssocID="{FB60ABA4-DC1C-4CAC-BA39-5BE7813E7D8C}" presName="Name37" presStyleLbl="parChTrans1D3" presStyleIdx="0" presStyleCnt="2"/>
      <dgm:spPr/>
    </dgm:pt>
    <dgm:pt modelId="{25487E82-1002-4253-B7DF-51BE914C345C}" type="pres">
      <dgm:prSet presAssocID="{B67FABB7-6C2D-4181-B4A3-EE2E3F36A2DF}" presName="hierRoot2" presStyleCnt="0">
        <dgm:presLayoutVars>
          <dgm:hierBranch val="init"/>
        </dgm:presLayoutVars>
      </dgm:prSet>
      <dgm:spPr/>
    </dgm:pt>
    <dgm:pt modelId="{4BC0686A-6702-492F-B6BA-567B0F6569D1}" type="pres">
      <dgm:prSet presAssocID="{B67FABB7-6C2D-4181-B4A3-EE2E3F36A2DF}" presName="rootComposite" presStyleCnt="0"/>
      <dgm:spPr/>
    </dgm:pt>
    <dgm:pt modelId="{4B73AA01-DBED-4AA7-9885-30CB3FFBC33E}" type="pres">
      <dgm:prSet presAssocID="{B67FABB7-6C2D-4181-B4A3-EE2E3F36A2DF}" presName="rootText" presStyleLbl="node3" presStyleIdx="0" presStyleCnt="2" custScaleX="491374">
        <dgm:presLayoutVars>
          <dgm:chPref val="3"/>
        </dgm:presLayoutVars>
      </dgm:prSet>
      <dgm:spPr/>
    </dgm:pt>
    <dgm:pt modelId="{B2FA80E2-9663-49F9-B9F4-AE936BBAE3DF}" type="pres">
      <dgm:prSet presAssocID="{B67FABB7-6C2D-4181-B4A3-EE2E3F36A2DF}" presName="rootConnector" presStyleLbl="node3" presStyleIdx="0" presStyleCnt="2"/>
      <dgm:spPr/>
    </dgm:pt>
    <dgm:pt modelId="{9BFC9011-50BE-420F-BBE9-14D96F3C697F}" type="pres">
      <dgm:prSet presAssocID="{B67FABB7-6C2D-4181-B4A3-EE2E3F36A2DF}" presName="hierChild4" presStyleCnt="0"/>
      <dgm:spPr/>
    </dgm:pt>
    <dgm:pt modelId="{8EF3BE35-9A33-49B1-A8E1-FDA89AC9EC77}" type="pres">
      <dgm:prSet presAssocID="{22E843ED-6108-4DFD-B39D-5090030B9EE7}" presName="Name37" presStyleLbl="parChTrans1D4" presStyleIdx="0" presStyleCnt="13"/>
      <dgm:spPr/>
    </dgm:pt>
    <dgm:pt modelId="{C719F6C9-874A-4CE5-8532-2B52D1FBA45B}" type="pres">
      <dgm:prSet presAssocID="{2E4328BB-EA5B-453F-B9BA-6B7573438125}" presName="hierRoot2" presStyleCnt="0">
        <dgm:presLayoutVars>
          <dgm:hierBranch val="init"/>
        </dgm:presLayoutVars>
      </dgm:prSet>
      <dgm:spPr/>
    </dgm:pt>
    <dgm:pt modelId="{3156DDAE-451A-4D44-8E25-8F34CAA387FD}" type="pres">
      <dgm:prSet presAssocID="{2E4328BB-EA5B-453F-B9BA-6B7573438125}" presName="rootComposite" presStyleCnt="0"/>
      <dgm:spPr/>
    </dgm:pt>
    <dgm:pt modelId="{FBA0A0AE-BD3A-4799-8802-E4B4EC19EAB0}" type="pres">
      <dgm:prSet presAssocID="{2E4328BB-EA5B-453F-B9BA-6B7573438125}" presName="rootText" presStyleLbl="node4" presStyleIdx="0" presStyleCnt="13" custScaleX="491374">
        <dgm:presLayoutVars>
          <dgm:chPref val="3"/>
        </dgm:presLayoutVars>
      </dgm:prSet>
      <dgm:spPr/>
    </dgm:pt>
    <dgm:pt modelId="{B2C07CA0-5F86-44FF-9656-7F7958B7D4F6}" type="pres">
      <dgm:prSet presAssocID="{2E4328BB-EA5B-453F-B9BA-6B7573438125}" presName="rootConnector" presStyleLbl="node4" presStyleIdx="0" presStyleCnt="13"/>
      <dgm:spPr/>
    </dgm:pt>
    <dgm:pt modelId="{4E900424-9092-4B7D-86DB-D91B6BFCBE0F}" type="pres">
      <dgm:prSet presAssocID="{2E4328BB-EA5B-453F-B9BA-6B7573438125}" presName="hierChild4" presStyleCnt="0"/>
      <dgm:spPr/>
    </dgm:pt>
    <dgm:pt modelId="{F25F2B09-F11B-421F-AADE-3E59B5D637D6}" type="pres">
      <dgm:prSet presAssocID="{2E4328BB-EA5B-453F-B9BA-6B7573438125}" presName="hierChild5" presStyleCnt="0"/>
      <dgm:spPr/>
    </dgm:pt>
    <dgm:pt modelId="{0D7869E5-9AD9-4DEF-AD0C-3BCDDE38B1D0}" type="pres">
      <dgm:prSet presAssocID="{68421C75-B4F4-46E2-881D-F4FB4FA15937}" presName="Name37" presStyleLbl="parChTrans1D4" presStyleIdx="1" presStyleCnt="13"/>
      <dgm:spPr/>
    </dgm:pt>
    <dgm:pt modelId="{CCE9CA43-1B60-4801-89BF-E39A431F3AE6}" type="pres">
      <dgm:prSet presAssocID="{E7741572-C4B0-4308-A6A3-DF249307D405}" presName="hierRoot2" presStyleCnt="0">
        <dgm:presLayoutVars>
          <dgm:hierBranch val="init"/>
        </dgm:presLayoutVars>
      </dgm:prSet>
      <dgm:spPr/>
    </dgm:pt>
    <dgm:pt modelId="{91F93C98-8BD2-4E77-9F7F-8A1E68631404}" type="pres">
      <dgm:prSet presAssocID="{E7741572-C4B0-4308-A6A3-DF249307D405}" presName="rootComposite" presStyleCnt="0"/>
      <dgm:spPr/>
    </dgm:pt>
    <dgm:pt modelId="{989668CF-2E97-429C-AAE8-98146E6DF0A7}" type="pres">
      <dgm:prSet presAssocID="{E7741572-C4B0-4308-A6A3-DF249307D405}" presName="rootText" presStyleLbl="node4" presStyleIdx="1" presStyleCnt="13" custScaleX="491374">
        <dgm:presLayoutVars>
          <dgm:chPref val="3"/>
        </dgm:presLayoutVars>
      </dgm:prSet>
      <dgm:spPr/>
    </dgm:pt>
    <dgm:pt modelId="{9BA3C574-5A37-46F8-BEDB-CE86BB19970F}" type="pres">
      <dgm:prSet presAssocID="{E7741572-C4B0-4308-A6A3-DF249307D405}" presName="rootConnector" presStyleLbl="node4" presStyleIdx="1" presStyleCnt="13"/>
      <dgm:spPr/>
    </dgm:pt>
    <dgm:pt modelId="{7A9DFD2E-9A84-4916-8174-A45F8C71755C}" type="pres">
      <dgm:prSet presAssocID="{E7741572-C4B0-4308-A6A3-DF249307D405}" presName="hierChild4" presStyleCnt="0"/>
      <dgm:spPr/>
    </dgm:pt>
    <dgm:pt modelId="{F05EFBBF-873F-4026-95A4-60A6546C6A49}" type="pres">
      <dgm:prSet presAssocID="{E7741572-C4B0-4308-A6A3-DF249307D405}" presName="hierChild5" presStyleCnt="0"/>
      <dgm:spPr/>
    </dgm:pt>
    <dgm:pt modelId="{333A56C2-4DBE-43E1-98B5-6F5B5532E6E7}" type="pres">
      <dgm:prSet presAssocID="{6D24B406-A581-417D-816B-474CFFE33578}" presName="Name37" presStyleLbl="parChTrans1D4" presStyleIdx="2" presStyleCnt="13"/>
      <dgm:spPr/>
    </dgm:pt>
    <dgm:pt modelId="{3BED05AF-ED5D-4484-B87D-87B952F8CE42}" type="pres">
      <dgm:prSet presAssocID="{DB0AF9CE-6B72-45A6-8FA7-A9C01CB16500}" presName="hierRoot2" presStyleCnt="0">
        <dgm:presLayoutVars>
          <dgm:hierBranch val="init"/>
        </dgm:presLayoutVars>
      </dgm:prSet>
      <dgm:spPr/>
    </dgm:pt>
    <dgm:pt modelId="{4DA2AF9B-8D46-472D-9192-D1ED850EEC6F}" type="pres">
      <dgm:prSet presAssocID="{DB0AF9CE-6B72-45A6-8FA7-A9C01CB16500}" presName="rootComposite" presStyleCnt="0"/>
      <dgm:spPr/>
    </dgm:pt>
    <dgm:pt modelId="{B5CF917C-586C-4122-B044-538B39AFA674}" type="pres">
      <dgm:prSet presAssocID="{DB0AF9CE-6B72-45A6-8FA7-A9C01CB16500}" presName="rootText" presStyleLbl="node4" presStyleIdx="2" presStyleCnt="13" custScaleX="491374">
        <dgm:presLayoutVars>
          <dgm:chPref val="3"/>
        </dgm:presLayoutVars>
      </dgm:prSet>
      <dgm:spPr/>
    </dgm:pt>
    <dgm:pt modelId="{6AE8A3A1-6D6C-4947-8BA0-E501CB138741}" type="pres">
      <dgm:prSet presAssocID="{DB0AF9CE-6B72-45A6-8FA7-A9C01CB16500}" presName="rootConnector" presStyleLbl="node4" presStyleIdx="2" presStyleCnt="13"/>
      <dgm:spPr/>
    </dgm:pt>
    <dgm:pt modelId="{16689E2E-4C93-46E5-8380-DF0F3A333DDA}" type="pres">
      <dgm:prSet presAssocID="{DB0AF9CE-6B72-45A6-8FA7-A9C01CB16500}" presName="hierChild4" presStyleCnt="0"/>
      <dgm:spPr/>
    </dgm:pt>
    <dgm:pt modelId="{EF5D85F5-C871-431D-8E52-DB9A61A3ECAA}" type="pres">
      <dgm:prSet presAssocID="{DB0AF9CE-6B72-45A6-8FA7-A9C01CB16500}" presName="hierChild5" presStyleCnt="0"/>
      <dgm:spPr/>
    </dgm:pt>
    <dgm:pt modelId="{7D8AF5DA-76B0-4D38-BED6-6BCBDC2AA616}" type="pres">
      <dgm:prSet presAssocID="{C8C27474-04FA-4A67-B120-5D3E41A168A7}" presName="Name37" presStyleLbl="parChTrans1D4" presStyleIdx="3" presStyleCnt="13"/>
      <dgm:spPr/>
    </dgm:pt>
    <dgm:pt modelId="{15CD7485-209A-434A-A449-39EBF3C40898}" type="pres">
      <dgm:prSet presAssocID="{5319D1BB-4E81-4B8F-B674-5BF12709401E}" presName="hierRoot2" presStyleCnt="0">
        <dgm:presLayoutVars>
          <dgm:hierBranch val="init"/>
        </dgm:presLayoutVars>
      </dgm:prSet>
      <dgm:spPr/>
    </dgm:pt>
    <dgm:pt modelId="{A5C0618F-A852-479A-BA7E-745EE72404BC}" type="pres">
      <dgm:prSet presAssocID="{5319D1BB-4E81-4B8F-B674-5BF12709401E}" presName="rootComposite" presStyleCnt="0"/>
      <dgm:spPr/>
    </dgm:pt>
    <dgm:pt modelId="{C731D1B2-EAE1-4DB9-8BDE-CFEA0900CEA8}" type="pres">
      <dgm:prSet presAssocID="{5319D1BB-4E81-4B8F-B674-5BF12709401E}" presName="rootText" presStyleLbl="node4" presStyleIdx="3" presStyleCnt="13" custScaleX="491374">
        <dgm:presLayoutVars>
          <dgm:chPref val="3"/>
        </dgm:presLayoutVars>
      </dgm:prSet>
      <dgm:spPr/>
    </dgm:pt>
    <dgm:pt modelId="{DDA575D4-8C8C-4F7E-92FB-AAA1B6A61CB6}" type="pres">
      <dgm:prSet presAssocID="{5319D1BB-4E81-4B8F-B674-5BF12709401E}" presName="rootConnector" presStyleLbl="node4" presStyleIdx="3" presStyleCnt="13"/>
      <dgm:spPr/>
    </dgm:pt>
    <dgm:pt modelId="{E9D335F2-D52C-45BD-9DE5-C9F2A94FE0F7}" type="pres">
      <dgm:prSet presAssocID="{5319D1BB-4E81-4B8F-B674-5BF12709401E}" presName="hierChild4" presStyleCnt="0"/>
      <dgm:spPr/>
    </dgm:pt>
    <dgm:pt modelId="{850F0046-DA84-4E44-B856-20969C69DA57}" type="pres">
      <dgm:prSet presAssocID="{5319D1BB-4E81-4B8F-B674-5BF12709401E}" presName="hierChild5" presStyleCnt="0"/>
      <dgm:spPr/>
    </dgm:pt>
    <dgm:pt modelId="{1B292FF1-18F0-43D2-90C6-91E974B93DB6}" type="pres">
      <dgm:prSet presAssocID="{CE39A742-8471-4B15-A1DD-68431BA17469}" presName="Name37" presStyleLbl="parChTrans1D4" presStyleIdx="4" presStyleCnt="13"/>
      <dgm:spPr/>
    </dgm:pt>
    <dgm:pt modelId="{08983307-3D16-43B5-9931-0179CEB03C09}" type="pres">
      <dgm:prSet presAssocID="{5FAC5EB1-B3A1-4532-9775-E2CD12EC56C0}" presName="hierRoot2" presStyleCnt="0">
        <dgm:presLayoutVars>
          <dgm:hierBranch val="init"/>
        </dgm:presLayoutVars>
      </dgm:prSet>
      <dgm:spPr/>
    </dgm:pt>
    <dgm:pt modelId="{2FDD58BE-3A1D-47F3-8241-394940510716}" type="pres">
      <dgm:prSet presAssocID="{5FAC5EB1-B3A1-4532-9775-E2CD12EC56C0}" presName="rootComposite" presStyleCnt="0"/>
      <dgm:spPr/>
    </dgm:pt>
    <dgm:pt modelId="{E315F767-C4B8-402D-8DF7-76573B6096EE}" type="pres">
      <dgm:prSet presAssocID="{5FAC5EB1-B3A1-4532-9775-E2CD12EC56C0}" presName="rootText" presStyleLbl="node4" presStyleIdx="4" presStyleCnt="13" custScaleX="491374">
        <dgm:presLayoutVars>
          <dgm:chPref val="3"/>
        </dgm:presLayoutVars>
      </dgm:prSet>
      <dgm:spPr/>
    </dgm:pt>
    <dgm:pt modelId="{3FDAC463-CAC7-4A75-9F85-072D68AD8885}" type="pres">
      <dgm:prSet presAssocID="{5FAC5EB1-B3A1-4532-9775-E2CD12EC56C0}" presName="rootConnector" presStyleLbl="node4" presStyleIdx="4" presStyleCnt="13"/>
      <dgm:spPr/>
    </dgm:pt>
    <dgm:pt modelId="{D8D5C064-AD52-49D5-A383-9FFD995C4509}" type="pres">
      <dgm:prSet presAssocID="{5FAC5EB1-B3A1-4532-9775-E2CD12EC56C0}" presName="hierChild4" presStyleCnt="0"/>
      <dgm:spPr/>
    </dgm:pt>
    <dgm:pt modelId="{8CACC2C0-CA28-4693-8DA7-4284FDF3B76C}" type="pres">
      <dgm:prSet presAssocID="{5FAC5EB1-B3A1-4532-9775-E2CD12EC56C0}" presName="hierChild5" presStyleCnt="0"/>
      <dgm:spPr/>
    </dgm:pt>
    <dgm:pt modelId="{66D34F46-2BBA-4978-9636-0C07A03E371D}" type="pres">
      <dgm:prSet presAssocID="{A614F89E-06A6-4FED-ADCE-1606581A95B2}" presName="Name37" presStyleLbl="parChTrans1D4" presStyleIdx="5" presStyleCnt="13"/>
      <dgm:spPr/>
    </dgm:pt>
    <dgm:pt modelId="{6DA95940-2BD1-4C0A-92CB-F7CAAD4E22E8}" type="pres">
      <dgm:prSet presAssocID="{FDA0466D-196C-4230-AB0F-E84041D6AF2E}" presName="hierRoot2" presStyleCnt="0">
        <dgm:presLayoutVars>
          <dgm:hierBranch val="init"/>
        </dgm:presLayoutVars>
      </dgm:prSet>
      <dgm:spPr/>
    </dgm:pt>
    <dgm:pt modelId="{C72397CE-D3A4-42B4-A1D6-E977C3664F70}" type="pres">
      <dgm:prSet presAssocID="{FDA0466D-196C-4230-AB0F-E84041D6AF2E}" presName="rootComposite" presStyleCnt="0"/>
      <dgm:spPr/>
    </dgm:pt>
    <dgm:pt modelId="{B261E2FF-116E-43FE-BE0D-98DEB4C01803}" type="pres">
      <dgm:prSet presAssocID="{FDA0466D-196C-4230-AB0F-E84041D6AF2E}" presName="rootText" presStyleLbl="node4" presStyleIdx="5" presStyleCnt="13" custScaleX="491374">
        <dgm:presLayoutVars>
          <dgm:chPref val="3"/>
        </dgm:presLayoutVars>
      </dgm:prSet>
      <dgm:spPr/>
    </dgm:pt>
    <dgm:pt modelId="{19406BE7-023A-4EE5-B511-650FB21EB003}" type="pres">
      <dgm:prSet presAssocID="{FDA0466D-196C-4230-AB0F-E84041D6AF2E}" presName="rootConnector" presStyleLbl="node4" presStyleIdx="5" presStyleCnt="13"/>
      <dgm:spPr/>
    </dgm:pt>
    <dgm:pt modelId="{AACB9F9F-8574-479D-B10E-4381BFA34710}" type="pres">
      <dgm:prSet presAssocID="{FDA0466D-196C-4230-AB0F-E84041D6AF2E}" presName="hierChild4" presStyleCnt="0"/>
      <dgm:spPr/>
    </dgm:pt>
    <dgm:pt modelId="{03632448-A318-4215-A72F-057775420D76}" type="pres">
      <dgm:prSet presAssocID="{FDA0466D-196C-4230-AB0F-E84041D6AF2E}" presName="hierChild5" presStyleCnt="0"/>
      <dgm:spPr/>
    </dgm:pt>
    <dgm:pt modelId="{DC060CCD-2FB5-4D30-BD28-3FEF761E7D88}" type="pres">
      <dgm:prSet presAssocID="{B67FABB7-6C2D-4181-B4A3-EE2E3F36A2DF}" presName="hierChild5" presStyleCnt="0"/>
      <dgm:spPr/>
    </dgm:pt>
    <dgm:pt modelId="{7B8B6F14-64E1-4A4B-B4AA-12CE894B39E3}" type="pres">
      <dgm:prSet presAssocID="{1198D4E3-152F-4805-B14A-A57830926B1B}" presName="Name37" presStyleLbl="parChTrans1D3" presStyleIdx="1" presStyleCnt="2"/>
      <dgm:spPr/>
    </dgm:pt>
    <dgm:pt modelId="{C9BDE7CF-2844-4554-A0C3-F968A7CC4C29}" type="pres">
      <dgm:prSet presAssocID="{FA60B705-C4D3-477C-8E05-A5B67F1455A9}" presName="hierRoot2" presStyleCnt="0">
        <dgm:presLayoutVars>
          <dgm:hierBranch val="init"/>
        </dgm:presLayoutVars>
      </dgm:prSet>
      <dgm:spPr/>
    </dgm:pt>
    <dgm:pt modelId="{8F9162DF-0177-43F4-BD80-5371F7E165BE}" type="pres">
      <dgm:prSet presAssocID="{FA60B705-C4D3-477C-8E05-A5B67F1455A9}" presName="rootComposite" presStyleCnt="0"/>
      <dgm:spPr/>
    </dgm:pt>
    <dgm:pt modelId="{3F264B1C-DB63-4310-887C-B0B08EC94BD6}" type="pres">
      <dgm:prSet presAssocID="{FA60B705-C4D3-477C-8E05-A5B67F1455A9}" presName="rootText" presStyleLbl="node3" presStyleIdx="1" presStyleCnt="2" custScaleX="491374">
        <dgm:presLayoutVars>
          <dgm:chPref val="3"/>
        </dgm:presLayoutVars>
      </dgm:prSet>
      <dgm:spPr/>
    </dgm:pt>
    <dgm:pt modelId="{7B553CF9-75EC-4D48-AF27-D25E6BE38786}" type="pres">
      <dgm:prSet presAssocID="{FA60B705-C4D3-477C-8E05-A5B67F1455A9}" presName="rootConnector" presStyleLbl="node3" presStyleIdx="1" presStyleCnt="2"/>
      <dgm:spPr/>
    </dgm:pt>
    <dgm:pt modelId="{789502B9-9884-4B5F-8674-265DC7E7E8C2}" type="pres">
      <dgm:prSet presAssocID="{FA60B705-C4D3-477C-8E05-A5B67F1455A9}" presName="hierChild4" presStyleCnt="0"/>
      <dgm:spPr/>
    </dgm:pt>
    <dgm:pt modelId="{AB082916-9827-4C44-9F32-295B2AD40F12}" type="pres">
      <dgm:prSet presAssocID="{4794F99B-1FB7-40D8-8C2C-A65FADB46A9F}" presName="Name37" presStyleLbl="parChTrans1D4" presStyleIdx="6" presStyleCnt="13"/>
      <dgm:spPr/>
    </dgm:pt>
    <dgm:pt modelId="{4CF752D3-6D9F-4072-A355-15B656F3C2CD}" type="pres">
      <dgm:prSet presAssocID="{8F299D48-570B-4BD2-9B39-35904878C469}" presName="hierRoot2" presStyleCnt="0">
        <dgm:presLayoutVars>
          <dgm:hierBranch val="init"/>
        </dgm:presLayoutVars>
      </dgm:prSet>
      <dgm:spPr/>
    </dgm:pt>
    <dgm:pt modelId="{1B20C6A0-A4DE-433C-B67F-63F9CF06C79D}" type="pres">
      <dgm:prSet presAssocID="{8F299D48-570B-4BD2-9B39-35904878C469}" presName="rootComposite" presStyleCnt="0"/>
      <dgm:spPr/>
    </dgm:pt>
    <dgm:pt modelId="{A69BB345-7368-444B-874D-35AB4E14CCAA}" type="pres">
      <dgm:prSet presAssocID="{8F299D48-570B-4BD2-9B39-35904878C469}" presName="rootText" presStyleLbl="node4" presStyleIdx="6" presStyleCnt="13" custScaleX="544812">
        <dgm:presLayoutVars>
          <dgm:chPref val="3"/>
        </dgm:presLayoutVars>
      </dgm:prSet>
      <dgm:spPr/>
    </dgm:pt>
    <dgm:pt modelId="{43240745-D4A6-455E-99EA-4F2710DD25C9}" type="pres">
      <dgm:prSet presAssocID="{8F299D48-570B-4BD2-9B39-35904878C469}" presName="rootConnector" presStyleLbl="node4" presStyleIdx="6" presStyleCnt="13"/>
      <dgm:spPr/>
    </dgm:pt>
    <dgm:pt modelId="{014E7CD4-BCAC-44D9-AACA-62CAFC88745C}" type="pres">
      <dgm:prSet presAssocID="{8F299D48-570B-4BD2-9B39-35904878C469}" presName="hierChild4" presStyleCnt="0"/>
      <dgm:spPr/>
    </dgm:pt>
    <dgm:pt modelId="{BBE7285F-32E2-444A-99CC-521BA751BAD5}" type="pres">
      <dgm:prSet presAssocID="{8F299D48-570B-4BD2-9B39-35904878C469}" presName="hierChild5" presStyleCnt="0"/>
      <dgm:spPr/>
    </dgm:pt>
    <dgm:pt modelId="{BFB402E0-DA91-425A-B9E0-CB43E7A94163}" type="pres">
      <dgm:prSet presAssocID="{778FEF45-5376-40D7-98BC-42A2220B071C}" presName="Name37" presStyleLbl="parChTrans1D4" presStyleIdx="7" presStyleCnt="13"/>
      <dgm:spPr/>
    </dgm:pt>
    <dgm:pt modelId="{FC8381FF-1F0F-4C9E-A5BF-E0FAF43990EA}" type="pres">
      <dgm:prSet presAssocID="{64F548CE-4F7B-48A8-A10E-A06227EF2FE1}" presName="hierRoot2" presStyleCnt="0">
        <dgm:presLayoutVars>
          <dgm:hierBranch val="init"/>
        </dgm:presLayoutVars>
      </dgm:prSet>
      <dgm:spPr/>
    </dgm:pt>
    <dgm:pt modelId="{A13EED64-3FA2-4FD0-ACED-576BF6621826}" type="pres">
      <dgm:prSet presAssocID="{64F548CE-4F7B-48A8-A10E-A06227EF2FE1}" presName="rootComposite" presStyleCnt="0"/>
      <dgm:spPr/>
    </dgm:pt>
    <dgm:pt modelId="{8628921D-6F26-4815-9454-492C44794161}" type="pres">
      <dgm:prSet presAssocID="{64F548CE-4F7B-48A8-A10E-A06227EF2FE1}" presName="rootText" presStyleLbl="node4" presStyleIdx="7" presStyleCnt="13" custScaleX="544812">
        <dgm:presLayoutVars>
          <dgm:chPref val="3"/>
        </dgm:presLayoutVars>
      </dgm:prSet>
      <dgm:spPr/>
    </dgm:pt>
    <dgm:pt modelId="{E7DD1006-B6D8-4205-AA7A-855CA30F7323}" type="pres">
      <dgm:prSet presAssocID="{64F548CE-4F7B-48A8-A10E-A06227EF2FE1}" presName="rootConnector" presStyleLbl="node4" presStyleIdx="7" presStyleCnt="13"/>
      <dgm:spPr/>
    </dgm:pt>
    <dgm:pt modelId="{F15550A6-5434-45B5-A90F-27474C84CE14}" type="pres">
      <dgm:prSet presAssocID="{64F548CE-4F7B-48A8-A10E-A06227EF2FE1}" presName="hierChild4" presStyleCnt="0"/>
      <dgm:spPr/>
    </dgm:pt>
    <dgm:pt modelId="{ACBB354C-373B-4DF0-9F87-0FDF5E564A1B}" type="pres">
      <dgm:prSet presAssocID="{64F548CE-4F7B-48A8-A10E-A06227EF2FE1}" presName="hierChild5" presStyleCnt="0"/>
      <dgm:spPr/>
    </dgm:pt>
    <dgm:pt modelId="{7F15754C-A0A7-429F-946B-7590AE8E3A97}" type="pres">
      <dgm:prSet presAssocID="{40572A6C-4F8F-4110-9933-68492EB63053}" presName="Name37" presStyleLbl="parChTrans1D4" presStyleIdx="8" presStyleCnt="13"/>
      <dgm:spPr/>
    </dgm:pt>
    <dgm:pt modelId="{35C56F0A-DCA2-4CC5-AC93-70916765E4A2}" type="pres">
      <dgm:prSet presAssocID="{B696975B-545E-4016-96F8-8F1055CDA236}" presName="hierRoot2" presStyleCnt="0">
        <dgm:presLayoutVars>
          <dgm:hierBranch val="init"/>
        </dgm:presLayoutVars>
      </dgm:prSet>
      <dgm:spPr/>
    </dgm:pt>
    <dgm:pt modelId="{9233EE76-6FC2-48A8-93FA-F076E32824D4}" type="pres">
      <dgm:prSet presAssocID="{B696975B-545E-4016-96F8-8F1055CDA236}" presName="rootComposite" presStyleCnt="0"/>
      <dgm:spPr/>
    </dgm:pt>
    <dgm:pt modelId="{EDD16D01-3A5A-49AD-A8EF-8946B3672DC0}" type="pres">
      <dgm:prSet presAssocID="{B696975B-545E-4016-96F8-8F1055CDA236}" presName="rootText" presStyleLbl="node4" presStyleIdx="8" presStyleCnt="13" custScaleX="544812">
        <dgm:presLayoutVars>
          <dgm:chPref val="3"/>
        </dgm:presLayoutVars>
      </dgm:prSet>
      <dgm:spPr/>
    </dgm:pt>
    <dgm:pt modelId="{18916CDD-0DFB-4576-A382-EF1EE8E11439}" type="pres">
      <dgm:prSet presAssocID="{B696975B-545E-4016-96F8-8F1055CDA236}" presName="rootConnector" presStyleLbl="node4" presStyleIdx="8" presStyleCnt="13"/>
      <dgm:spPr/>
    </dgm:pt>
    <dgm:pt modelId="{F5D74C14-83EE-4382-B89C-48CC4D5615FA}" type="pres">
      <dgm:prSet presAssocID="{B696975B-545E-4016-96F8-8F1055CDA236}" presName="hierChild4" presStyleCnt="0"/>
      <dgm:spPr/>
    </dgm:pt>
    <dgm:pt modelId="{7C702E41-64F9-4FC7-991B-395B18EBCEE3}" type="pres">
      <dgm:prSet presAssocID="{B696975B-545E-4016-96F8-8F1055CDA236}" presName="hierChild5" presStyleCnt="0"/>
      <dgm:spPr/>
    </dgm:pt>
    <dgm:pt modelId="{CB65EA2B-90EE-435A-91E9-6293A6E6CE5E}" type="pres">
      <dgm:prSet presAssocID="{24B1003D-2B6E-4AE5-BD58-96F5ED75C970}" presName="Name37" presStyleLbl="parChTrans1D4" presStyleIdx="9" presStyleCnt="13"/>
      <dgm:spPr/>
    </dgm:pt>
    <dgm:pt modelId="{2B3F5363-B0F8-4DF5-9191-E30D579B5C1C}" type="pres">
      <dgm:prSet presAssocID="{3A20154C-85DA-48D9-9A8F-DF2C50D3A389}" presName="hierRoot2" presStyleCnt="0">
        <dgm:presLayoutVars>
          <dgm:hierBranch val="init"/>
        </dgm:presLayoutVars>
      </dgm:prSet>
      <dgm:spPr/>
    </dgm:pt>
    <dgm:pt modelId="{ECB1E0F4-FA4C-4C4C-9E64-2C62E3C54D41}" type="pres">
      <dgm:prSet presAssocID="{3A20154C-85DA-48D9-9A8F-DF2C50D3A389}" presName="rootComposite" presStyleCnt="0"/>
      <dgm:spPr/>
    </dgm:pt>
    <dgm:pt modelId="{F2430A4D-B77A-4044-8C40-98BA302B9D90}" type="pres">
      <dgm:prSet presAssocID="{3A20154C-85DA-48D9-9A8F-DF2C50D3A389}" presName="rootText" presStyleLbl="node4" presStyleIdx="9" presStyleCnt="13" custScaleX="544812">
        <dgm:presLayoutVars>
          <dgm:chPref val="3"/>
        </dgm:presLayoutVars>
      </dgm:prSet>
      <dgm:spPr/>
    </dgm:pt>
    <dgm:pt modelId="{C63677E4-79DA-4291-AAF1-A759BEBF9C85}" type="pres">
      <dgm:prSet presAssocID="{3A20154C-85DA-48D9-9A8F-DF2C50D3A389}" presName="rootConnector" presStyleLbl="node4" presStyleIdx="9" presStyleCnt="13"/>
      <dgm:spPr/>
    </dgm:pt>
    <dgm:pt modelId="{0D6963F8-D385-43B7-8140-AF1A8D772EEE}" type="pres">
      <dgm:prSet presAssocID="{3A20154C-85DA-48D9-9A8F-DF2C50D3A389}" presName="hierChild4" presStyleCnt="0"/>
      <dgm:spPr/>
    </dgm:pt>
    <dgm:pt modelId="{409965BF-029F-4F64-9AE3-CD441DFD55A0}" type="pres">
      <dgm:prSet presAssocID="{3A20154C-85DA-48D9-9A8F-DF2C50D3A389}" presName="hierChild5" presStyleCnt="0"/>
      <dgm:spPr/>
    </dgm:pt>
    <dgm:pt modelId="{15DF8050-DBFD-4F17-A019-02FE18722AEF}" type="pres">
      <dgm:prSet presAssocID="{78EC2979-040A-4CE0-AA2E-04C177E648B6}" presName="Name37" presStyleLbl="parChTrans1D4" presStyleIdx="10" presStyleCnt="13"/>
      <dgm:spPr/>
    </dgm:pt>
    <dgm:pt modelId="{68C83481-D4E0-43EA-9B88-2FE0AF6F54DC}" type="pres">
      <dgm:prSet presAssocID="{CF299241-DC8D-47B6-A246-5B874B17A856}" presName="hierRoot2" presStyleCnt="0">
        <dgm:presLayoutVars>
          <dgm:hierBranch val="init"/>
        </dgm:presLayoutVars>
      </dgm:prSet>
      <dgm:spPr/>
    </dgm:pt>
    <dgm:pt modelId="{3A98EEBB-3A40-4CA3-8224-C8013B973B4C}" type="pres">
      <dgm:prSet presAssocID="{CF299241-DC8D-47B6-A246-5B874B17A856}" presName="rootComposite" presStyleCnt="0"/>
      <dgm:spPr/>
    </dgm:pt>
    <dgm:pt modelId="{CB4AB4D6-F7C9-423D-A96C-B5310ACB5450}" type="pres">
      <dgm:prSet presAssocID="{CF299241-DC8D-47B6-A246-5B874B17A856}" presName="rootText" presStyleLbl="node4" presStyleIdx="10" presStyleCnt="13" custScaleX="544812">
        <dgm:presLayoutVars>
          <dgm:chPref val="3"/>
        </dgm:presLayoutVars>
      </dgm:prSet>
      <dgm:spPr/>
    </dgm:pt>
    <dgm:pt modelId="{A256B338-BFA4-461E-A215-6CB9FD26EB0C}" type="pres">
      <dgm:prSet presAssocID="{CF299241-DC8D-47B6-A246-5B874B17A856}" presName="rootConnector" presStyleLbl="node4" presStyleIdx="10" presStyleCnt="13"/>
      <dgm:spPr/>
    </dgm:pt>
    <dgm:pt modelId="{2EFC8C2D-F55F-48F9-88C3-69B482153FAE}" type="pres">
      <dgm:prSet presAssocID="{CF299241-DC8D-47B6-A246-5B874B17A856}" presName="hierChild4" presStyleCnt="0"/>
      <dgm:spPr/>
    </dgm:pt>
    <dgm:pt modelId="{F09A9650-C48D-4DA9-9718-D0AA8ED7A200}" type="pres">
      <dgm:prSet presAssocID="{CF299241-DC8D-47B6-A246-5B874B17A856}" presName="hierChild5" presStyleCnt="0"/>
      <dgm:spPr/>
    </dgm:pt>
    <dgm:pt modelId="{3ECBE281-466D-4622-A4C4-1F8319C6DB38}" type="pres">
      <dgm:prSet presAssocID="{6BCDB3F5-C8E8-48D7-BC7A-A15B7210A4EA}" presName="Name37" presStyleLbl="parChTrans1D4" presStyleIdx="11" presStyleCnt="13"/>
      <dgm:spPr/>
    </dgm:pt>
    <dgm:pt modelId="{E0878E01-0735-4B76-8A68-991D49F4D6E6}" type="pres">
      <dgm:prSet presAssocID="{8FF301AF-843F-434C-8C2C-E4E26ECEED87}" presName="hierRoot2" presStyleCnt="0">
        <dgm:presLayoutVars>
          <dgm:hierBranch val="init"/>
        </dgm:presLayoutVars>
      </dgm:prSet>
      <dgm:spPr/>
    </dgm:pt>
    <dgm:pt modelId="{BEA430F6-FB38-4A36-BDDC-DCA76A6F74A0}" type="pres">
      <dgm:prSet presAssocID="{8FF301AF-843F-434C-8C2C-E4E26ECEED87}" presName="rootComposite" presStyleCnt="0"/>
      <dgm:spPr/>
    </dgm:pt>
    <dgm:pt modelId="{62F8C559-260F-444D-8C45-DB05736EAC08}" type="pres">
      <dgm:prSet presAssocID="{8FF301AF-843F-434C-8C2C-E4E26ECEED87}" presName="rootText" presStyleLbl="node4" presStyleIdx="11" presStyleCnt="13" custScaleX="544812">
        <dgm:presLayoutVars>
          <dgm:chPref val="3"/>
        </dgm:presLayoutVars>
      </dgm:prSet>
      <dgm:spPr/>
    </dgm:pt>
    <dgm:pt modelId="{2BFE2325-E3D1-484D-B876-B4C09EEEC976}" type="pres">
      <dgm:prSet presAssocID="{8FF301AF-843F-434C-8C2C-E4E26ECEED87}" presName="rootConnector" presStyleLbl="node4" presStyleIdx="11" presStyleCnt="13"/>
      <dgm:spPr/>
    </dgm:pt>
    <dgm:pt modelId="{015E082C-8E17-4150-BD1D-256BE826FF65}" type="pres">
      <dgm:prSet presAssocID="{8FF301AF-843F-434C-8C2C-E4E26ECEED87}" presName="hierChild4" presStyleCnt="0"/>
      <dgm:spPr/>
    </dgm:pt>
    <dgm:pt modelId="{41C4A7F6-FE92-4253-A1A9-5E8F680A3C9F}" type="pres">
      <dgm:prSet presAssocID="{8FF301AF-843F-434C-8C2C-E4E26ECEED87}" presName="hierChild5" presStyleCnt="0"/>
      <dgm:spPr/>
    </dgm:pt>
    <dgm:pt modelId="{EC1D940D-D256-4533-9402-F9F1B46FE162}" type="pres">
      <dgm:prSet presAssocID="{7E3C72D3-98B9-40CB-86E8-F91E4340093C}" presName="Name37" presStyleLbl="parChTrans1D4" presStyleIdx="12" presStyleCnt="13"/>
      <dgm:spPr/>
    </dgm:pt>
    <dgm:pt modelId="{874E0137-D74F-4865-9E27-651C9E83D6B4}" type="pres">
      <dgm:prSet presAssocID="{785281D7-1EB6-4A5F-97A9-A07395FB79E5}" presName="hierRoot2" presStyleCnt="0">
        <dgm:presLayoutVars>
          <dgm:hierBranch val="init"/>
        </dgm:presLayoutVars>
      </dgm:prSet>
      <dgm:spPr/>
    </dgm:pt>
    <dgm:pt modelId="{432D1580-7B52-42C7-9D40-05ADFA0C76BF}" type="pres">
      <dgm:prSet presAssocID="{785281D7-1EB6-4A5F-97A9-A07395FB79E5}" presName="rootComposite" presStyleCnt="0"/>
      <dgm:spPr/>
    </dgm:pt>
    <dgm:pt modelId="{C4422F4D-D8E3-4E23-9B8A-14E98BE92298}" type="pres">
      <dgm:prSet presAssocID="{785281D7-1EB6-4A5F-97A9-A07395FB79E5}" presName="rootText" presStyleLbl="node4" presStyleIdx="12" presStyleCnt="13" custScaleX="544812">
        <dgm:presLayoutVars>
          <dgm:chPref val="3"/>
        </dgm:presLayoutVars>
      </dgm:prSet>
      <dgm:spPr/>
    </dgm:pt>
    <dgm:pt modelId="{EDCC03F6-DC46-4F1E-A70F-3FE59AB11890}" type="pres">
      <dgm:prSet presAssocID="{785281D7-1EB6-4A5F-97A9-A07395FB79E5}" presName="rootConnector" presStyleLbl="node4" presStyleIdx="12" presStyleCnt="13"/>
      <dgm:spPr/>
    </dgm:pt>
    <dgm:pt modelId="{01F55A72-3925-4ACB-B166-30FE72E306E1}" type="pres">
      <dgm:prSet presAssocID="{785281D7-1EB6-4A5F-97A9-A07395FB79E5}" presName="hierChild4" presStyleCnt="0"/>
      <dgm:spPr/>
    </dgm:pt>
    <dgm:pt modelId="{B7570CAB-FD92-4FA3-9CAF-A7392A91D981}" type="pres">
      <dgm:prSet presAssocID="{785281D7-1EB6-4A5F-97A9-A07395FB79E5}" presName="hierChild5" presStyleCnt="0"/>
      <dgm:spPr/>
    </dgm:pt>
    <dgm:pt modelId="{A6710484-ED73-4803-B50B-5B6FAE856C26}" type="pres">
      <dgm:prSet presAssocID="{FA60B705-C4D3-477C-8E05-A5B67F1455A9}" presName="hierChild5" presStyleCnt="0"/>
      <dgm:spPr/>
    </dgm:pt>
    <dgm:pt modelId="{9DAC32F8-C91C-40D8-B995-A4FCFB440622}" type="pres">
      <dgm:prSet presAssocID="{DDDD16BB-4B9D-422B-89CF-91A868B92CDF}" presName="hierChild5" presStyleCnt="0"/>
      <dgm:spPr/>
    </dgm:pt>
    <dgm:pt modelId="{0022A802-2DA3-4B22-B086-152AB10C9D35}" type="pres">
      <dgm:prSet presAssocID="{D72ECF72-F23A-4333-ACA7-4742E04816FB}" presName="hierChild3" presStyleCnt="0"/>
      <dgm:spPr/>
    </dgm:pt>
  </dgm:ptLst>
  <dgm:cxnLst>
    <dgm:cxn modelId="{E94BF506-7CEE-415C-96C0-5B7B07168C13}" srcId="{B67FABB7-6C2D-4181-B4A3-EE2E3F36A2DF}" destId="{FDA0466D-196C-4230-AB0F-E84041D6AF2E}" srcOrd="5" destOrd="0" parTransId="{A614F89E-06A6-4FED-ADCE-1606581A95B2}" sibTransId="{7CC2368D-812F-4681-8981-1F0C0767E7B8}"/>
    <dgm:cxn modelId="{DF1BA909-A4EB-4DA4-BC78-6B19677E5543}" type="presOf" srcId="{5319D1BB-4E81-4B8F-B674-5BF12709401E}" destId="{C731D1B2-EAE1-4DB9-8BDE-CFEA0900CEA8}" srcOrd="0" destOrd="0" presId="urn:microsoft.com/office/officeart/2005/8/layout/orgChart1"/>
    <dgm:cxn modelId="{DD9D5610-02F1-4708-902F-C541A1E27CA9}" type="presOf" srcId="{785281D7-1EB6-4A5F-97A9-A07395FB79E5}" destId="{C4422F4D-D8E3-4E23-9B8A-14E98BE92298}" srcOrd="0" destOrd="0" presId="urn:microsoft.com/office/officeart/2005/8/layout/orgChart1"/>
    <dgm:cxn modelId="{5FB8E21A-736A-400F-AB5C-B6C0EE96FD15}" type="presOf" srcId="{3A20154C-85DA-48D9-9A8F-DF2C50D3A389}" destId="{F2430A4D-B77A-4044-8C40-98BA302B9D90}" srcOrd="0" destOrd="0" presId="urn:microsoft.com/office/officeart/2005/8/layout/orgChart1"/>
    <dgm:cxn modelId="{4A8AAA1C-FB18-42DA-AF18-2D67B12A2D25}" type="presOf" srcId="{DB0AF9CE-6B72-45A6-8FA7-A9C01CB16500}" destId="{6AE8A3A1-6D6C-4947-8BA0-E501CB138741}" srcOrd="1" destOrd="0" presId="urn:microsoft.com/office/officeart/2005/8/layout/orgChart1"/>
    <dgm:cxn modelId="{FAF1AA1C-5850-4036-9D08-4E494B3BCD8B}" srcId="{B67FABB7-6C2D-4181-B4A3-EE2E3F36A2DF}" destId="{DB0AF9CE-6B72-45A6-8FA7-A9C01CB16500}" srcOrd="2" destOrd="0" parTransId="{6D24B406-A581-417D-816B-474CFFE33578}" sibTransId="{D3F224B9-7E6D-4FE3-AADE-D89BF3BFA7A7}"/>
    <dgm:cxn modelId="{2CF1DF1E-0AA4-46D6-8F93-B319D3C3E26A}" srcId="{FA60B705-C4D3-477C-8E05-A5B67F1455A9}" destId="{B696975B-545E-4016-96F8-8F1055CDA236}" srcOrd="2" destOrd="0" parTransId="{40572A6C-4F8F-4110-9933-68492EB63053}" sibTransId="{F2B19527-9EBF-443A-84B2-82151926B22D}"/>
    <dgm:cxn modelId="{0C98E120-C62C-4FC6-84AD-4FC69EC7947D}" type="presOf" srcId="{785281D7-1EB6-4A5F-97A9-A07395FB79E5}" destId="{EDCC03F6-DC46-4F1E-A70F-3FE59AB11890}" srcOrd="1" destOrd="0" presId="urn:microsoft.com/office/officeart/2005/8/layout/orgChart1"/>
    <dgm:cxn modelId="{91375123-F0FE-44CE-8860-53E4ECD66B44}" type="presOf" srcId="{C8C27474-04FA-4A67-B120-5D3E41A168A7}" destId="{7D8AF5DA-76B0-4D38-BED6-6BCBDC2AA616}" srcOrd="0" destOrd="0" presId="urn:microsoft.com/office/officeart/2005/8/layout/orgChart1"/>
    <dgm:cxn modelId="{D1FDBC24-1127-44E1-BC8A-1F1F4919C326}" type="presOf" srcId="{64F548CE-4F7B-48A8-A10E-A06227EF2FE1}" destId="{8628921D-6F26-4815-9454-492C44794161}" srcOrd="0" destOrd="0" presId="urn:microsoft.com/office/officeart/2005/8/layout/orgChart1"/>
    <dgm:cxn modelId="{2A8A6329-BA28-4679-8920-9F2DD6D5C328}" type="presOf" srcId="{22E843ED-6108-4DFD-B39D-5090030B9EE7}" destId="{8EF3BE35-9A33-49B1-A8E1-FDA89AC9EC77}" srcOrd="0" destOrd="0" presId="urn:microsoft.com/office/officeart/2005/8/layout/orgChart1"/>
    <dgm:cxn modelId="{E360C629-F15E-457A-8952-D413E9CE389B}" type="presOf" srcId="{FA60B705-C4D3-477C-8E05-A5B67F1455A9}" destId="{3F264B1C-DB63-4310-887C-B0B08EC94BD6}" srcOrd="0" destOrd="0" presId="urn:microsoft.com/office/officeart/2005/8/layout/orgChart1"/>
    <dgm:cxn modelId="{44D3762B-8722-48C8-919E-D1622CF29C7D}" type="presOf" srcId="{40572A6C-4F8F-4110-9933-68492EB63053}" destId="{7F15754C-A0A7-429F-946B-7590AE8E3A97}" srcOrd="0" destOrd="0" presId="urn:microsoft.com/office/officeart/2005/8/layout/orgChart1"/>
    <dgm:cxn modelId="{99BA572D-5577-4D28-9813-62B94DA95746}" type="presOf" srcId="{6D24B406-A581-417D-816B-474CFFE33578}" destId="{333A56C2-4DBE-43E1-98B5-6F5B5532E6E7}" srcOrd="0" destOrd="0" presId="urn:microsoft.com/office/officeart/2005/8/layout/orgChart1"/>
    <dgm:cxn modelId="{85F4B636-CF30-412F-BD1D-228492CC80D5}" type="presOf" srcId="{E7741572-C4B0-4308-A6A3-DF249307D405}" destId="{989668CF-2E97-429C-AAE8-98146E6DF0A7}" srcOrd="0" destOrd="0" presId="urn:microsoft.com/office/officeart/2005/8/layout/orgChart1"/>
    <dgm:cxn modelId="{C9830937-767C-4D4F-B78E-B6F3D172D54D}" type="presOf" srcId="{5EF2AB7D-8AFE-4F5A-8C2D-89BF74E4B1AC}" destId="{432931CE-60B9-4693-B358-AF70FC42340B}" srcOrd="0" destOrd="0" presId="urn:microsoft.com/office/officeart/2005/8/layout/orgChart1"/>
    <dgm:cxn modelId="{660C0838-EE61-41EE-B389-D48342901FFF}" type="presOf" srcId="{5FAC5EB1-B3A1-4532-9775-E2CD12EC56C0}" destId="{E315F767-C4B8-402D-8DF7-76573B6096EE}" srcOrd="0" destOrd="0" presId="urn:microsoft.com/office/officeart/2005/8/layout/orgChart1"/>
    <dgm:cxn modelId="{BDC25739-1463-43D1-9884-DA3AF11EBF71}" type="presOf" srcId="{CF299241-DC8D-47B6-A246-5B874B17A856}" destId="{CB4AB4D6-F7C9-423D-A96C-B5310ACB5450}" srcOrd="0" destOrd="0" presId="urn:microsoft.com/office/officeart/2005/8/layout/orgChart1"/>
    <dgm:cxn modelId="{7249123B-9105-4528-A955-EBE9F716F64C}" type="presOf" srcId="{5319D1BB-4E81-4B8F-B674-5BF12709401E}" destId="{DDA575D4-8C8C-4F7E-92FB-AAA1B6A61CB6}" srcOrd="1" destOrd="0" presId="urn:microsoft.com/office/officeart/2005/8/layout/orgChart1"/>
    <dgm:cxn modelId="{D523173B-EAAB-4884-B1AA-730A7391FA67}" srcId="{FA60B705-C4D3-477C-8E05-A5B67F1455A9}" destId="{CF299241-DC8D-47B6-A246-5B874B17A856}" srcOrd="4" destOrd="0" parTransId="{78EC2979-040A-4CE0-AA2E-04C177E648B6}" sibTransId="{BA0FF28F-E1F9-46BE-81E2-5AA80FB5303F}"/>
    <dgm:cxn modelId="{F034883F-E4D8-44B0-9AEB-BB05C843A78A}" type="presOf" srcId="{2E4328BB-EA5B-453F-B9BA-6B7573438125}" destId="{FBA0A0AE-BD3A-4799-8802-E4B4EC19EAB0}" srcOrd="0" destOrd="0" presId="urn:microsoft.com/office/officeart/2005/8/layout/orgChart1"/>
    <dgm:cxn modelId="{D1CD933F-16D1-40F6-9180-08241CF559EC}" type="presOf" srcId="{78EC2979-040A-4CE0-AA2E-04C177E648B6}" destId="{15DF8050-DBFD-4F17-A019-02FE18722AEF}" srcOrd="0" destOrd="0" presId="urn:microsoft.com/office/officeart/2005/8/layout/orgChart1"/>
    <dgm:cxn modelId="{C34A9B3F-CC0B-47EF-AF31-3C6A8841E1B2}" type="presOf" srcId="{DDDD16BB-4B9D-422B-89CF-91A868B92CDF}" destId="{F049C1E8-6E51-4CAE-B72D-FC7BB6D45B27}" srcOrd="0" destOrd="0" presId="urn:microsoft.com/office/officeart/2005/8/layout/orgChart1"/>
    <dgm:cxn modelId="{407FA33F-1D4F-400E-AAFE-EBE7EAF5132C}" type="presOf" srcId="{1198D4E3-152F-4805-B14A-A57830926B1B}" destId="{7B8B6F14-64E1-4A4B-B4AA-12CE894B39E3}" srcOrd="0" destOrd="0" presId="urn:microsoft.com/office/officeart/2005/8/layout/orgChart1"/>
    <dgm:cxn modelId="{4E272660-4C94-427C-AC17-0B7400DD06D7}" type="presOf" srcId="{3A20154C-85DA-48D9-9A8F-DF2C50D3A389}" destId="{C63677E4-79DA-4291-AAF1-A759BEBF9C85}" srcOrd="1" destOrd="0" presId="urn:microsoft.com/office/officeart/2005/8/layout/orgChart1"/>
    <dgm:cxn modelId="{845FC861-7BA6-4382-A78D-15869CA6B466}" type="presOf" srcId="{B67FABB7-6C2D-4181-B4A3-EE2E3F36A2DF}" destId="{4B73AA01-DBED-4AA7-9885-30CB3FFBC33E}" srcOrd="0" destOrd="0" presId="urn:microsoft.com/office/officeart/2005/8/layout/orgChart1"/>
    <dgm:cxn modelId="{F1F5D163-9EF2-44AD-B151-C0ADB24BBD70}" type="presOf" srcId="{68421C75-B4F4-46E2-881D-F4FB4FA15937}" destId="{0D7869E5-9AD9-4DEF-AD0C-3BCDDE38B1D0}" srcOrd="0" destOrd="0" presId="urn:microsoft.com/office/officeart/2005/8/layout/orgChart1"/>
    <dgm:cxn modelId="{397B3164-21F3-4B19-BB5B-FFB0A0534310}" type="presOf" srcId="{FB60ABA4-DC1C-4CAC-BA39-5BE7813E7D8C}" destId="{8B9C7584-C50C-4995-B1A1-E60EC042AACB}" srcOrd="0" destOrd="0" presId="urn:microsoft.com/office/officeart/2005/8/layout/orgChart1"/>
    <dgm:cxn modelId="{42CD5E68-22DC-42A7-A02C-49C1DBC6CAF0}" type="presOf" srcId="{7E3C72D3-98B9-40CB-86E8-F91E4340093C}" destId="{EC1D940D-D256-4533-9402-F9F1B46FE162}" srcOrd="0" destOrd="0" presId="urn:microsoft.com/office/officeart/2005/8/layout/orgChart1"/>
    <dgm:cxn modelId="{1ACF7968-1A2F-4EE9-B158-5D2D2A03CDFB}" type="presOf" srcId="{778FEF45-5376-40D7-98BC-42A2220B071C}" destId="{BFB402E0-DA91-425A-B9E0-CB43E7A94163}" srcOrd="0" destOrd="0" presId="urn:microsoft.com/office/officeart/2005/8/layout/orgChart1"/>
    <dgm:cxn modelId="{8BB6924C-CB61-43A3-9EA8-90E958433574}" type="presOf" srcId="{DB0AF9CE-6B72-45A6-8FA7-A9C01CB16500}" destId="{B5CF917C-586C-4122-B044-538B39AFA674}" srcOrd="0" destOrd="0" presId="urn:microsoft.com/office/officeart/2005/8/layout/orgChart1"/>
    <dgm:cxn modelId="{34422770-9352-4686-928F-DCDDECCB8C90}" type="presOf" srcId="{B696975B-545E-4016-96F8-8F1055CDA236}" destId="{18916CDD-0DFB-4576-A382-EF1EE8E11439}" srcOrd="1" destOrd="0" presId="urn:microsoft.com/office/officeart/2005/8/layout/orgChart1"/>
    <dgm:cxn modelId="{54686B74-668A-4F80-AE11-B24440F64359}" srcId="{FA60B705-C4D3-477C-8E05-A5B67F1455A9}" destId="{8FF301AF-843F-434C-8C2C-E4E26ECEED87}" srcOrd="5" destOrd="0" parTransId="{6BCDB3F5-C8E8-48D7-BC7A-A15B7210A4EA}" sibTransId="{86587356-44C6-4C82-9CFC-86DF09DE4E73}"/>
    <dgm:cxn modelId="{56E45775-6495-46EB-98A5-CC5F49A63003}" srcId="{FA60B705-C4D3-477C-8E05-A5B67F1455A9}" destId="{785281D7-1EB6-4A5F-97A9-A07395FB79E5}" srcOrd="6" destOrd="0" parTransId="{7E3C72D3-98B9-40CB-86E8-F91E4340093C}" sibTransId="{C111DECE-A7E3-42C1-BC67-740C32C3A967}"/>
    <dgm:cxn modelId="{B7A5A055-C964-4F2F-B877-A6EB1192029B}" type="presOf" srcId="{8F299D48-570B-4BD2-9B39-35904878C469}" destId="{43240745-D4A6-455E-99EA-4F2710DD25C9}" srcOrd="1" destOrd="0" presId="urn:microsoft.com/office/officeart/2005/8/layout/orgChart1"/>
    <dgm:cxn modelId="{A2803276-21A6-436B-8FAE-A8DA8CE65EA0}" type="presOf" srcId="{64F548CE-4F7B-48A8-A10E-A06227EF2FE1}" destId="{E7DD1006-B6D8-4205-AA7A-855CA30F7323}" srcOrd="1" destOrd="0" presId="urn:microsoft.com/office/officeart/2005/8/layout/orgChart1"/>
    <dgm:cxn modelId="{613A8476-9E3E-42DA-9DEB-D48C18A8307A}" type="presOf" srcId="{4794F99B-1FB7-40D8-8C2C-A65FADB46A9F}" destId="{AB082916-9827-4C44-9F32-295B2AD40F12}" srcOrd="0" destOrd="0" presId="urn:microsoft.com/office/officeart/2005/8/layout/orgChart1"/>
    <dgm:cxn modelId="{18529376-7F21-4BE6-AD43-FA29F82646FA}" type="presOf" srcId="{B67FABB7-6C2D-4181-B4A3-EE2E3F36A2DF}" destId="{B2FA80E2-9663-49F9-B9F4-AE936BBAE3DF}" srcOrd="1" destOrd="0" presId="urn:microsoft.com/office/officeart/2005/8/layout/orgChart1"/>
    <dgm:cxn modelId="{4BE0227A-5D97-46DA-809D-AB6A101BC909}" type="presOf" srcId="{D72ECF72-F23A-4333-ACA7-4742E04816FB}" destId="{CAF00CCF-DD31-4D20-BCBB-94A089FC59DA}" srcOrd="1" destOrd="0" presId="urn:microsoft.com/office/officeart/2005/8/layout/orgChart1"/>
    <dgm:cxn modelId="{289B2B80-CBB5-4EFC-8757-590EFFD1748D}" type="presOf" srcId="{8F299D48-570B-4BD2-9B39-35904878C469}" destId="{A69BB345-7368-444B-874D-35AB4E14CCAA}" srcOrd="0" destOrd="0" presId="urn:microsoft.com/office/officeart/2005/8/layout/orgChart1"/>
    <dgm:cxn modelId="{A483B682-53E6-4B93-B9D6-3E325841F02D}" type="presOf" srcId="{5FAC5EB1-B3A1-4532-9775-E2CD12EC56C0}" destId="{3FDAC463-CAC7-4A75-9F85-072D68AD8885}" srcOrd="1" destOrd="0" presId="urn:microsoft.com/office/officeart/2005/8/layout/orgChart1"/>
    <dgm:cxn modelId="{5D087C88-4A5A-4457-A2C0-DC0352A4BED0}" srcId="{B67FABB7-6C2D-4181-B4A3-EE2E3F36A2DF}" destId="{5319D1BB-4E81-4B8F-B674-5BF12709401E}" srcOrd="3" destOrd="0" parTransId="{C8C27474-04FA-4A67-B120-5D3E41A168A7}" sibTransId="{6D12217A-B49B-45B7-A333-0B92D45BDEC1}"/>
    <dgm:cxn modelId="{4471A991-BA6D-4A8A-9692-BA4EEC9792DE}" srcId="{B67FABB7-6C2D-4181-B4A3-EE2E3F36A2DF}" destId="{E7741572-C4B0-4308-A6A3-DF249307D405}" srcOrd="1" destOrd="0" parTransId="{68421C75-B4F4-46E2-881D-F4FB4FA15937}" sibTransId="{817DF4F5-A607-4506-8BCF-9DBE1C9EE0BE}"/>
    <dgm:cxn modelId="{57E39E94-2FD1-41B8-8A93-47E78500727E}" srcId="{B67FABB7-6C2D-4181-B4A3-EE2E3F36A2DF}" destId="{2E4328BB-EA5B-453F-B9BA-6B7573438125}" srcOrd="0" destOrd="0" parTransId="{22E843ED-6108-4DFD-B39D-5090030B9EE7}" sibTransId="{F563413E-6828-4E6B-A337-7E93779572FB}"/>
    <dgm:cxn modelId="{FB97669B-3A0F-46BA-B7D7-F84196B8B2FA}" srcId="{B67FABB7-6C2D-4181-B4A3-EE2E3F36A2DF}" destId="{5FAC5EB1-B3A1-4532-9775-E2CD12EC56C0}" srcOrd="4" destOrd="0" parTransId="{CE39A742-8471-4B15-A1DD-68431BA17469}" sibTransId="{716851E1-0E59-4230-BBC1-03409AC47889}"/>
    <dgm:cxn modelId="{95E2AF9E-64FA-4A9F-AFC1-5BCB96411841}" srcId="{DDDD16BB-4B9D-422B-89CF-91A868B92CDF}" destId="{FA60B705-C4D3-477C-8E05-A5B67F1455A9}" srcOrd="1" destOrd="0" parTransId="{1198D4E3-152F-4805-B14A-A57830926B1B}" sibTransId="{6FC9E0D5-19C2-4353-ABCB-ADA4728FD661}"/>
    <dgm:cxn modelId="{3687B9A7-D61A-4437-9971-24F68616B19E}" type="presOf" srcId="{CE39A742-8471-4B15-A1DD-68431BA17469}" destId="{1B292FF1-18F0-43D2-90C6-91E974B93DB6}" srcOrd="0" destOrd="0" presId="urn:microsoft.com/office/officeart/2005/8/layout/orgChart1"/>
    <dgm:cxn modelId="{22D8F3A7-8812-48AE-AD4F-75F95F13589A}" type="presOf" srcId="{6BCDB3F5-C8E8-48D7-BC7A-A15B7210A4EA}" destId="{3ECBE281-466D-4622-A4C4-1F8319C6DB38}" srcOrd="0" destOrd="0" presId="urn:microsoft.com/office/officeart/2005/8/layout/orgChart1"/>
    <dgm:cxn modelId="{E1C537AA-A2F8-4F9D-9461-B0F05F23B168}" srcId="{FA60B705-C4D3-477C-8E05-A5B67F1455A9}" destId="{3A20154C-85DA-48D9-9A8F-DF2C50D3A389}" srcOrd="3" destOrd="0" parTransId="{24B1003D-2B6E-4AE5-BD58-96F5ED75C970}" sibTransId="{4676BAF3-1195-4CDF-BAC7-8B83FF6682EA}"/>
    <dgm:cxn modelId="{F03821AB-9ED0-4C4A-BBCE-3D003564B5CE}" type="presOf" srcId="{2E4328BB-EA5B-453F-B9BA-6B7573438125}" destId="{B2C07CA0-5F86-44FF-9656-7F7958B7D4F6}" srcOrd="1" destOrd="0" presId="urn:microsoft.com/office/officeart/2005/8/layout/orgChart1"/>
    <dgm:cxn modelId="{C85C83AB-AC38-4F4F-8322-603CD101ECFE}" srcId="{D72ECF72-F23A-4333-ACA7-4742E04816FB}" destId="{DDDD16BB-4B9D-422B-89CF-91A868B92CDF}" srcOrd="0" destOrd="0" parTransId="{5EF2AB7D-8AFE-4F5A-8C2D-89BF74E4B1AC}" sibTransId="{D45D4E3C-88BE-4473-9E9F-2849DDC94DEF}"/>
    <dgm:cxn modelId="{BD2533AC-40A0-4AF0-AAC0-ED50E828A922}" type="presOf" srcId="{A614F89E-06A6-4FED-ADCE-1606581A95B2}" destId="{66D34F46-2BBA-4978-9636-0C07A03E371D}" srcOrd="0" destOrd="0" presId="urn:microsoft.com/office/officeart/2005/8/layout/orgChart1"/>
    <dgm:cxn modelId="{C72266B3-75F9-45EB-B675-FFA5ECDDABAA}" type="presOf" srcId="{8FF301AF-843F-434C-8C2C-E4E26ECEED87}" destId="{2BFE2325-E3D1-484D-B876-B4C09EEEC976}" srcOrd="1" destOrd="0" presId="urn:microsoft.com/office/officeart/2005/8/layout/orgChart1"/>
    <dgm:cxn modelId="{12103DBE-9309-40EB-89D8-4D01B8AC27EA}" srcId="{FA60B705-C4D3-477C-8E05-A5B67F1455A9}" destId="{8F299D48-570B-4BD2-9B39-35904878C469}" srcOrd="0" destOrd="0" parTransId="{4794F99B-1FB7-40D8-8C2C-A65FADB46A9F}" sibTransId="{D745C979-6F86-4956-B1AA-2836A406B32C}"/>
    <dgm:cxn modelId="{82B12FC6-D85A-4D12-998A-13D66D71C3AB}" type="presOf" srcId="{B696975B-545E-4016-96F8-8F1055CDA236}" destId="{EDD16D01-3A5A-49AD-A8EF-8946B3672DC0}" srcOrd="0" destOrd="0" presId="urn:microsoft.com/office/officeart/2005/8/layout/orgChart1"/>
    <dgm:cxn modelId="{C5FA82C6-B214-4F12-AAEB-00A2BCF37475}" type="presOf" srcId="{E7741572-C4B0-4308-A6A3-DF249307D405}" destId="{9BA3C574-5A37-46F8-BEDB-CE86BB19970F}" srcOrd="1" destOrd="0" presId="urn:microsoft.com/office/officeart/2005/8/layout/orgChart1"/>
    <dgm:cxn modelId="{9E7C2AD1-E885-4987-A0EB-2A83BFBD51FC}" type="presOf" srcId="{FDA0466D-196C-4230-AB0F-E84041D6AF2E}" destId="{B261E2FF-116E-43FE-BE0D-98DEB4C01803}" srcOrd="0" destOrd="0" presId="urn:microsoft.com/office/officeart/2005/8/layout/orgChart1"/>
    <dgm:cxn modelId="{7DE8BCD6-ECA5-4638-A820-DCAD29D63A08}" srcId="{FA60B705-C4D3-477C-8E05-A5B67F1455A9}" destId="{64F548CE-4F7B-48A8-A10E-A06227EF2FE1}" srcOrd="1" destOrd="0" parTransId="{778FEF45-5376-40D7-98BC-42A2220B071C}" sibTransId="{266115EA-AF53-425E-8E66-464823A029CF}"/>
    <dgm:cxn modelId="{4574FCD6-B2B6-4A0B-8C80-0B5A8A759E05}" type="presOf" srcId="{DDDD16BB-4B9D-422B-89CF-91A868B92CDF}" destId="{30D3A62C-E2BE-4677-87E4-CFBA7611D09F}" srcOrd="1" destOrd="0" presId="urn:microsoft.com/office/officeart/2005/8/layout/orgChart1"/>
    <dgm:cxn modelId="{0D5344D7-24C3-4985-AE2C-5200034AABED}" type="presOf" srcId="{FA60B705-C4D3-477C-8E05-A5B67F1455A9}" destId="{7B553CF9-75EC-4D48-AF27-D25E6BE38786}" srcOrd="1" destOrd="0" presId="urn:microsoft.com/office/officeart/2005/8/layout/orgChart1"/>
    <dgm:cxn modelId="{E0F591D9-32D7-41F7-8D6D-4C3D64C716C8}" type="presOf" srcId="{10128862-9A38-4214-B20A-C3B8B5090A55}" destId="{0EA35D7D-D6DC-4650-B2C4-B9CC94F8CFC0}" srcOrd="0" destOrd="0" presId="urn:microsoft.com/office/officeart/2005/8/layout/orgChart1"/>
    <dgm:cxn modelId="{D0197AE1-1CB4-44CD-95EF-4E26C8D0BC9D}" type="presOf" srcId="{8FF301AF-843F-434C-8C2C-E4E26ECEED87}" destId="{62F8C559-260F-444D-8C45-DB05736EAC08}" srcOrd="0" destOrd="0" presId="urn:microsoft.com/office/officeart/2005/8/layout/orgChart1"/>
    <dgm:cxn modelId="{6A5F34E3-A306-4A47-BBC4-9B27D45171E7}" srcId="{10128862-9A38-4214-B20A-C3B8B5090A55}" destId="{D72ECF72-F23A-4333-ACA7-4742E04816FB}" srcOrd="0" destOrd="0" parTransId="{2F9D9D0D-708B-4F12-8239-AA6AF4023722}" sibTransId="{748EB144-8AB8-496D-AA02-0C0915F9B55E}"/>
    <dgm:cxn modelId="{D7AF93E6-45A7-4577-AE19-1EEB6E9F4AAD}" srcId="{DDDD16BB-4B9D-422B-89CF-91A868B92CDF}" destId="{B67FABB7-6C2D-4181-B4A3-EE2E3F36A2DF}" srcOrd="0" destOrd="0" parTransId="{FB60ABA4-DC1C-4CAC-BA39-5BE7813E7D8C}" sibTransId="{6F846500-46C8-4686-9781-F91CF8F6D966}"/>
    <dgm:cxn modelId="{C2BE5CEC-F1DF-48BC-8A74-84CF811E6E1B}" type="presOf" srcId="{D72ECF72-F23A-4333-ACA7-4742E04816FB}" destId="{90F31190-85ED-44D5-8184-2622533F4DB4}" srcOrd="0" destOrd="0" presId="urn:microsoft.com/office/officeart/2005/8/layout/orgChart1"/>
    <dgm:cxn modelId="{4EB8DAFA-2422-4479-BE77-EE575C58F1A3}" type="presOf" srcId="{FDA0466D-196C-4230-AB0F-E84041D6AF2E}" destId="{19406BE7-023A-4EE5-B511-650FB21EB003}" srcOrd="1" destOrd="0" presId="urn:microsoft.com/office/officeart/2005/8/layout/orgChart1"/>
    <dgm:cxn modelId="{93BA96FC-4FD3-44F7-914A-06CE1A72654E}" type="presOf" srcId="{CF299241-DC8D-47B6-A246-5B874B17A856}" destId="{A256B338-BFA4-461E-A215-6CB9FD26EB0C}" srcOrd="1" destOrd="0" presId="urn:microsoft.com/office/officeart/2005/8/layout/orgChart1"/>
    <dgm:cxn modelId="{356175FE-45D8-49E1-AF20-E48D3678A249}" type="presOf" srcId="{24B1003D-2B6E-4AE5-BD58-96F5ED75C970}" destId="{CB65EA2B-90EE-435A-91E9-6293A6E6CE5E}" srcOrd="0" destOrd="0" presId="urn:microsoft.com/office/officeart/2005/8/layout/orgChart1"/>
    <dgm:cxn modelId="{19DEB6D8-FFED-42A0-97DA-91C3368D24FE}" type="presParOf" srcId="{0EA35D7D-D6DC-4650-B2C4-B9CC94F8CFC0}" destId="{EEB7E146-E122-4F8E-AEEE-C153D52CB79A}" srcOrd="0" destOrd="0" presId="urn:microsoft.com/office/officeart/2005/8/layout/orgChart1"/>
    <dgm:cxn modelId="{51419786-F8DD-4D69-A102-B012D356C4ED}" type="presParOf" srcId="{EEB7E146-E122-4F8E-AEEE-C153D52CB79A}" destId="{17672892-76A1-452B-8588-60E45FFE3736}" srcOrd="0" destOrd="0" presId="urn:microsoft.com/office/officeart/2005/8/layout/orgChart1"/>
    <dgm:cxn modelId="{905049BA-6CB7-497D-90F9-3C885343014C}" type="presParOf" srcId="{17672892-76A1-452B-8588-60E45FFE3736}" destId="{90F31190-85ED-44D5-8184-2622533F4DB4}" srcOrd="0" destOrd="0" presId="urn:microsoft.com/office/officeart/2005/8/layout/orgChart1"/>
    <dgm:cxn modelId="{682212FF-99CF-4B45-81B7-E88564E23F07}" type="presParOf" srcId="{17672892-76A1-452B-8588-60E45FFE3736}" destId="{CAF00CCF-DD31-4D20-BCBB-94A089FC59DA}" srcOrd="1" destOrd="0" presId="urn:microsoft.com/office/officeart/2005/8/layout/orgChart1"/>
    <dgm:cxn modelId="{36876D64-3F59-4CD5-B883-118DEDCA4685}" type="presParOf" srcId="{EEB7E146-E122-4F8E-AEEE-C153D52CB79A}" destId="{68375EC9-3517-4109-8053-45D8A68056DA}" srcOrd="1" destOrd="0" presId="urn:microsoft.com/office/officeart/2005/8/layout/orgChart1"/>
    <dgm:cxn modelId="{D9ADD46A-14B5-4B13-88DE-F06D971440ED}" type="presParOf" srcId="{68375EC9-3517-4109-8053-45D8A68056DA}" destId="{432931CE-60B9-4693-B358-AF70FC42340B}" srcOrd="0" destOrd="0" presId="urn:microsoft.com/office/officeart/2005/8/layout/orgChart1"/>
    <dgm:cxn modelId="{42B78551-8999-45A6-8863-8D1A6DA1496D}" type="presParOf" srcId="{68375EC9-3517-4109-8053-45D8A68056DA}" destId="{3C30138D-A99F-4362-8B23-3EA574019011}" srcOrd="1" destOrd="0" presId="urn:microsoft.com/office/officeart/2005/8/layout/orgChart1"/>
    <dgm:cxn modelId="{E595F89A-7288-4F64-AABF-60117F9F6213}" type="presParOf" srcId="{3C30138D-A99F-4362-8B23-3EA574019011}" destId="{D305CBD6-5DA4-4F3D-9FD3-A8DFD13BB7D8}" srcOrd="0" destOrd="0" presId="urn:microsoft.com/office/officeart/2005/8/layout/orgChart1"/>
    <dgm:cxn modelId="{6F31A260-F77C-47ED-BB17-1C7574B7C248}" type="presParOf" srcId="{D305CBD6-5DA4-4F3D-9FD3-A8DFD13BB7D8}" destId="{F049C1E8-6E51-4CAE-B72D-FC7BB6D45B27}" srcOrd="0" destOrd="0" presId="urn:microsoft.com/office/officeart/2005/8/layout/orgChart1"/>
    <dgm:cxn modelId="{2A456AD1-98C2-4EC3-8006-92767351FF15}" type="presParOf" srcId="{D305CBD6-5DA4-4F3D-9FD3-A8DFD13BB7D8}" destId="{30D3A62C-E2BE-4677-87E4-CFBA7611D09F}" srcOrd="1" destOrd="0" presId="urn:microsoft.com/office/officeart/2005/8/layout/orgChart1"/>
    <dgm:cxn modelId="{CC6124F8-CA85-493A-9F44-57142CC18935}" type="presParOf" srcId="{3C30138D-A99F-4362-8B23-3EA574019011}" destId="{0CFC403E-499B-43AD-9265-588CF3BA6B6B}" srcOrd="1" destOrd="0" presId="urn:microsoft.com/office/officeart/2005/8/layout/orgChart1"/>
    <dgm:cxn modelId="{89E566C2-FE53-4FC2-BE13-EEF7E2343A4A}" type="presParOf" srcId="{0CFC403E-499B-43AD-9265-588CF3BA6B6B}" destId="{8B9C7584-C50C-4995-B1A1-E60EC042AACB}" srcOrd="0" destOrd="0" presId="urn:microsoft.com/office/officeart/2005/8/layout/orgChart1"/>
    <dgm:cxn modelId="{1E44B19C-9236-4DBF-9ABD-9BAD5386B86B}" type="presParOf" srcId="{0CFC403E-499B-43AD-9265-588CF3BA6B6B}" destId="{25487E82-1002-4253-B7DF-51BE914C345C}" srcOrd="1" destOrd="0" presId="urn:microsoft.com/office/officeart/2005/8/layout/orgChart1"/>
    <dgm:cxn modelId="{1B8A13C1-7707-479A-83A4-1D1F47BC6B51}" type="presParOf" srcId="{25487E82-1002-4253-B7DF-51BE914C345C}" destId="{4BC0686A-6702-492F-B6BA-567B0F6569D1}" srcOrd="0" destOrd="0" presId="urn:microsoft.com/office/officeart/2005/8/layout/orgChart1"/>
    <dgm:cxn modelId="{757202C0-1B27-45DB-97BD-55500A5A345E}" type="presParOf" srcId="{4BC0686A-6702-492F-B6BA-567B0F6569D1}" destId="{4B73AA01-DBED-4AA7-9885-30CB3FFBC33E}" srcOrd="0" destOrd="0" presId="urn:microsoft.com/office/officeart/2005/8/layout/orgChart1"/>
    <dgm:cxn modelId="{1C91EF15-E445-4AB6-A61D-8D132B3F51B8}" type="presParOf" srcId="{4BC0686A-6702-492F-B6BA-567B0F6569D1}" destId="{B2FA80E2-9663-49F9-B9F4-AE936BBAE3DF}" srcOrd="1" destOrd="0" presId="urn:microsoft.com/office/officeart/2005/8/layout/orgChart1"/>
    <dgm:cxn modelId="{B800C817-823E-4758-9EFD-C2B3CBBD17D8}" type="presParOf" srcId="{25487E82-1002-4253-B7DF-51BE914C345C}" destId="{9BFC9011-50BE-420F-BBE9-14D96F3C697F}" srcOrd="1" destOrd="0" presId="urn:microsoft.com/office/officeart/2005/8/layout/orgChart1"/>
    <dgm:cxn modelId="{4018287D-F94C-4BB5-A6F3-AF5EAD31F915}" type="presParOf" srcId="{9BFC9011-50BE-420F-BBE9-14D96F3C697F}" destId="{8EF3BE35-9A33-49B1-A8E1-FDA89AC9EC77}" srcOrd="0" destOrd="0" presId="urn:microsoft.com/office/officeart/2005/8/layout/orgChart1"/>
    <dgm:cxn modelId="{C2CCBC66-EB0A-47F1-B8B9-9835B6CBC314}" type="presParOf" srcId="{9BFC9011-50BE-420F-BBE9-14D96F3C697F}" destId="{C719F6C9-874A-4CE5-8532-2B52D1FBA45B}" srcOrd="1" destOrd="0" presId="urn:microsoft.com/office/officeart/2005/8/layout/orgChart1"/>
    <dgm:cxn modelId="{31FB99EA-3144-4B0A-8899-C73E18F8209C}" type="presParOf" srcId="{C719F6C9-874A-4CE5-8532-2B52D1FBA45B}" destId="{3156DDAE-451A-4D44-8E25-8F34CAA387FD}" srcOrd="0" destOrd="0" presId="urn:microsoft.com/office/officeart/2005/8/layout/orgChart1"/>
    <dgm:cxn modelId="{E1050774-E30C-4656-9317-5F505CC61FAA}" type="presParOf" srcId="{3156DDAE-451A-4D44-8E25-8F34CAA387FD}" destId="{FBA0A0AE-BD3A-4799-8802-E4B4EC19EAB0}" srcOrd="0" destOrd="0" presId="urn:microsoft.com/office/officeart/2005/8/layout/orgChart1"/>
    <dgm:cxn modelId="{DAD94C0E-3B6C-4F17-9B98-0C227A109925}" type="presParOf" srcId="{3156DDAE-451A-4D44-8E25-8F34CAA387FD}" destId="{B2C07CA0-5F86-44FF-9656-7F7958B7D4F6}" srcOrd="1" destOrd="0" presId="urn:microsoft.com/office/officeart/2005/8/layout/orgChart1"/>
    <dgm:cxn modelId="{C79557E0-F3C0-4EBB-B342-224E8D1DEC48}" type="presParOf" srcId="{C719F6C9-874A-4CE5-8532-2B52D1FBA45B}" destId="{4E900424-9092-4B7D-86DB-D91B6BFCBE0F}" srcOrd="1" destOrd="0" presId="urn:microsoft.com/office/officeart/2005/8/layout/orgChart1"/>
    <dgm:cxn modelId="{264A8FDF-472E-421B-9906-091BCAFB3D5D}" type="presParOf" srcId="{C719F6C9-874A-4CE5-8532-2B52D1FBA45B}" destId="{F25F2B09-F11B-421F-AADE-3E59B5D637D6}" srcOrd="2" destOrd="0" presId="urn:microsoft.com/office/officeart/2005/8/layout/orgChart1"/>
    <dgm:cxn modelId="{2559FA40-66AF-4FB8-809E-D672E6F3AECA}" type="presParOf" srcId="{9BFC9011-50BE-420F-BBE9-14D96F3C697F}" destId="{0D7869E5-9AD9-4DEF-AD0C-3BCDDE38B1D0}" srcOrd="2" destOrd="0" presId="urn:microsoft.com/office/officeart/2005/8/layout/orgChart1"/>
    <dgm:cxn modelId="{FA8C4D31-6FC0-4698-A70E-04275C41337C}" type="presParOf" srcId="{9BFC9011-50BE-420F-BBE9-14D96F3C697F}" destId="{CCE9CA43-1B60-4801-89BF-E39A431F3AE6}" srcOrd="3" destOrd="0" presId="urn:microsoft.com/office/officeart/2005/8/layout/orgChart1"/>
    <dgm:cxn modelId="{6FE9D900-C3A1-4577-9C28-2D5C9C0721FE}" type="presParOf" srcId="{CCE9CA43-1B60-4801-89BF-E39A431F3AE6}" destId="{91F93C98-8BD2-4E77-9F7F-8A1E68631404}" srcOrd="0" destOrd="0" presId="urn:microsoft.com/office/officeart/2005/8/layout/orgChart1"/>
    <dgm:cxn modelId="{A487F2F7-2362-40BE-8984-FA4FF0C3696A}" type="presParOf" srcId="{91F93C98-8BD2-4E77-9F7F-8A1E68631404}" destId="{989668CF-2E97-429C-AAE8-98146E6DF0A7}" srcOrd="0" destOrd="0" presId="urn:microsoft.com/office/officeart/2005/8/layout/orgChart1"/>
    <dgm:cxn modelId="{F2FE02C2-30BD-4DB6-9751-919942CA624D}" type="presParOf" srcId="{91F93C98-8BD2-4E77-9F7F-8A1E68631404}" destId="{9BA3C574-5A37-46F8-BEDB-CE86BB19970F}" srcOrd="1" destOrd="0" presId="urn:microsoft.com/office/officeart/2005/8/layout/orgChart1"/>
    <dgm:cxn modelId="{FF2FECD4-CAD5-4AF1-BAC6-920854A54B5E}" type="presParOf" srcId="{CCE9CA43-1B60-4801-89BF-E39A431F3AE6}" destId="{7A9DFD2E-9A84-4916-8174-A45F8C71755C}" srcOrd="1" destOrd="0" presId="urn:microsoft.com/office/officeart/2005/8/layout/orgChart1"/>
    <dgm:cxn modelId="{16125C10-F6E8-4957-8CA3-710BA781EAC1}" type="presParOf" srcId="{CCE9CA43-1B60-4801-89BF-E39A431F3AE6}" destId="{F05EFBBF-873F-4026-95A4-60A6546C6A49}" srcOrd="2" destOrd="0" presId="urn:microsoft.com/office/officeart/2005/8/layout/orgChart1"/>
    <dgm:cxn modelId="{A9C66436-2AFD-4CD1-8780-A5D6A007CEF3}" type="presParOf" srcId="{9BFC9011-50BE-420F-BBE9-14D96F3C697F}" destId="{333A56C2-4DBE-43E1-98B5-6F5B5532E6E7}" srcOrd="4" destOrd="0" presId="urn:microsoft.com/office/officeart/2005/8/layout/orgChart1"/>
    <dgm:cxn modelId="{B756806B-68E7-4345-8276-7D0102890389}" type="presParOf" srcId="{9BFC9011-50BE-420F-BBE9-14D96F3C697F}" destId="{3BED05AF-ED5D-4484-B87D-87B952F8CE42}" srcOrd="5" destOrd="0" presId="urn:microsoft.com/office/officeart/2005/8/layout/orgChart1"/>
    <dgm:cxn modelId="{59BA58B4-FDA5-48D8-B7FB-06877A4A19FB}" type="presParOf" srcId="{3BED05AF-ED5D-4484-B87D-87B952F8CE42}" destId="{4DA2AF9B-8D46-472D-9192-D1ED850EEC6F}" srcOrd="0" destOrd="0" presId="urn:microsoft.com/office/officeart/2005/8/layout/orgChart1"/>
    <dgm:cxn modelId="{9BDE8D60-A10A-4D0A-80AE-DEE182E34666}" type="presParOf" srcId="{4DA2AF9B-8D46-472D-9192-D1ED850EEC6F}" destId="{B5CF917C-586C-4122-B044-538B39AFA674}" srcOrd="0" destOrd="0" presId="urn:microsoft.com/office/officeart/2005/8/layout/orgChart1"/>
    <dgm:cxn modelId="{692B384D-9C4B-4160-B7BA-B83FBFF702B4}" type="presParOf" srcId="{4DA2AF9B-8D46-472D-9192-D1ED850EEC6F}" destId="{6AE8A3A1-6D6C-4947-8BA0-E501CB138741}" srcOrd="1" destOrd="0" presId="urn:microsoft.com/office/officeart/2005/8/layout/orgChart1"/>
    <dgm:cxn modelId="{A38CDFE1-ED49-4522-8914-8D9F78EBC63A}" type="presParOf" srcId="{3BED05AF-ED5D-4484-B87D-87B952F8CE42}" destId="{16689E2E-4C93-46E5-8380-DF0F3A333DDA}" srcOrd="1" destOrd="0" presId="urn:microsoft.com/office/officeart/2005/8/layout/orgChart1"/>
    <dgm:cxn modelId="{DD8F07FE-F5E4-4C4E-8A2D-8B34433472F7}" type="presParOf" srcId="{3BED05AF-ED5D-4484-B87D-87B952F8CE42}" destId="{EF5D85F5-C871-431D-8E52-DB9A61A3ECAA}" srcOrd="2" destOrd="0" presId="urn:microsoft.com/office/officeart/2005/8/layout/orgChart1"/>
    <dgm:cxn modelId="{6165B47E-6449-44AC-BD44-CE6BC05EC581}" type="presParOf" srcId="{9BFC9011-50BE-420F-BBE9-14D96F3C697F}" destId="{7D8AF5DA-76B0-4D38-BED6-6BCBDC2AA616}" srcOrd="6" destOrd="0" presId="urn:microsoft.com/office/officeart/2005/8/layout/orgChart1"/>
    <dgm:cxn modelId="{C1253AC8-D77E-47D5-854D-050B3557BFAA}" type="presParOf" srcId="{9BFC9011-50BE-420F-BBE9-14D96F3C697F}" destId="{15CD7485-209A-434A-A449-39EBF3C40898}" srcOrd="7" destOrd="0" presId="urn:microsoft.com/office/officeart/2005/8/layout/orgChart1"/>
    <dgm:cxn modelId="{7C262FF6-CE04-4304-AB60-2A03674C6753}" type="presParOf" srcId="{15CD7485-209A-434A-A449-39EBF3C40898}" destId="{A5C0618F-A852-479A-BA7E-745EE72404BC}" srcOrd="0" destOrd="0" presId="urn:microsoft.com/office/officeart/2005/8/layout/orgChart1"/>
    <dgm:cxn modelId="{724D7297-2DF9-4AE8-A0FA-086665C261B0}" type="presParOf" srcId="{A5C0618F-A852-479A-BA7E-745EE72404BC}" destId="{C731D1B2-EAE1-4DB9-8BDE-CFEA0900CEA8}" srcOrd="0" destOrd="0" presId="urn:microsoft.com/office/officeart/2005/8/layout/orgChart1"/>
    <dgm:cxn modelId="{13C0820B-92B1-49CF-858F-7316B5F0F862}" type="presParOf" srcId="{A5C0618F-A852-479A-BA7E-745EE72404BC}" destId="{DDA575D4-8C8C-4F7E-92FB-AAA1B6A61CB6}" srcOrd="1" destOrd="0" presId="urn:microsoft.com/office/officeart/2005/8/layout/orgChart1"/>
    <dgm:cxn modelId="{001E7F7C-4CC0-4BA2-95B4-42B48CEE56BA}" type="presParOf" srcId="{15CD7485-209A-434A-A449-39EBF3C40898}" destId="{E9D335F2-D52C-45BD-9DE5-C9F2A94FE0F7}" srcOrd="1" destOrd="0" presId="urn:microsoft.com/office/officeart/2005/8/layout/orgChart1"/>
    <dgm:cxn modelId="{D26F5B93-9090-40DC-9ADC-FBB0EE0C272F}" type="presParOf" srcId="{15CD7485-209A-434A-A449-39EBF3C40898}" destId="{850F0046-DA84-4E44-B856-20969C69DA57}" srcOrd="2" destOrd="0" presId="urn:microsoft.com/office/officeart/2005/8/layout/orgChart1"/>
    <dgm:cxn modelId="{F36A6A85-EA11-40EE-9C71-07E8BA6C6F08}" type="presParOf" srcId="{9BFC9011-50BE-420F-BBE9-14D96F3C697F}" destId="{1B292FF1-18F0-43D2-90C6-91E974B93DB6}" srcOrd="8" destOrd="0" presId="urn:microsoft.com/office/officeart/2005/8/layout/orgChart1"/>
    <dgm:cxn modelId="{3AE133EA-366E-4A51-B740-19DC55F6709D}" type="presParOf" srcId="{9BFC9011-50BE-420F-BBE9-14D96F3C697F}" destId="{08983307-3D16-43B5-9931-0179CEB03C09}" srcOrd="9" destOrd="0" presId="urn:microsoft.com/office/officeart/2005/8/layout/orgChart1"/>
    <dgm:cxn modelId="{BF6F1650-561E-4678-9CA6-20E2495BFEAA}" type="presParOf" srcId="{08983307-3D16-43B5-9931-0179CEB03C09}" destId="{2FDD58BE-3A1D-47F3-8241-394940510716}" srcOrd="0" destOrd="0" presId="urn:microsoft.com/office/officeart/2005/8/layout/orgChart1"/>
    <dgm:cxn modelId="{83D08F9F-FCB7-4FBE-B0E9-0868FB9A0696}" type="presParOf" srcId="{2FDD58BE-3A1D-47F3-8241-394940510716}" destId="{E315F767-C4B8-402D-8DF7-76573B6096EE}" srcOrd="0" destOrd="0" presId="urn:microsoft.com/office/officeart/2005/8/layout/orgChart1"/>
    <dgm:cxn modelId="{B32980CE-982C-4CA3-9D50-B79A156AA809}" type="presParOf" srcId="{2FDD58BE-3A1D-47F3-8241-394940510716}" destId="{3FDAC463-CAC7-4A75-9F85-072D68AD8885}" srcOrd="1" destOrd="0" presId="urn:microsoft.com/office/officeart/2005/8/layout/orgChart1"/>
    <dgm:cxn modelId="{DC907B63-3584-424A-A5E4-61B405924D8A}" type="presParOf" srcId="{08983307-3D16-43B5-9931-0179CEB03C09}" destId="{D8D5C064-AD52-49D5-A383-9FFD995C4509}" srcOrd="1" destOrd="0" presId="urn:microsoft.com/office/officeart/2005/8/layout/orgChart1"/>
    <dgm:cxn modelId="{11328169-63C6-4627-8334-117DEA59C247}" type="presParOf" srcId="{08983307-3D16-43B5-9931-0179CEB03C09}" destId="{8CACC2C0-CA28-4693-8DA7-4284FDF3B76C}" srcOrd="2" destOrd="0" presId="urn:microsoft.com/office/officeart/2005/8/layout/orgChart1"/>
    <dgm:cxn modelId="{31BBE001-069A-4E0B-8F65-21BAA4AF7E46}" type="presParOf" srcId="{9BFC9011-50BE-420F-BBE9-14D96F3C697F}" destId="{66D34F46-2BBA-4978-9636-0C07A03E371D}" srcOrd="10" destOrd="0" presId="urn:microsoft.com/office/officeart/2005/8/layout/orgChart1"/>
    <dgm:cxn modelId="{20C81A7C-DFF6-4C8F-B0FB-CFBA1658C331}" type="presParOf" srcId="{9BFC9011-50BE-420F-BBE9-14D96F3C697F}" destId="{6DA95940-2BD1-4C0A-92CB-F7CAAD4E22E8}" srcOrd="11" destOrd="0" presId="urn:microsoft.com/office/officeart/2005/8/layout/orgChart1"/>
    <dgm:cxn modelId="{61BD1BA1-FF81-42E8-BCAA-445D41FC0D6A}" type="presParOf" srcId="{6DA95940-2BD1-4C0A-92CB-F7CAAD4E22E8}" destId="{C72397CE-D3A4-42B4-A1D6-E977C3664F70}" srcOrd="0" destOrd="0" presId="urn:microsoft.com/office/officeart/2005/8/layout/orgChart1"/>
    <dgm:cxn modelId="{9C5CB189-0AE1-4335-9716-AB69AD9238AD}" type="presParOf" srcId="{C72397CE-D3A4-42B4-A1D6-E977C3664F70}" destId="{B261E2FF-116E-43FE-BE0D-98DEB4C01803}" srcOrd="0" destOrd="0" presId="urn:microsoft.com/office/officeart/2005/8/layout/orgChart1"/>
    <dgm:cxn modelId="{A286070B-6C05-4557-B080-4D70FEA57181}" type="presParOf" srcId="{C72397CE-D3A4-42B4-A1D6-E977C3664F70}" destId="{19406BE7-023A-4EE5-B511-650FB21EB003}" srcOrd="1" destOrd="0" presId="urn:microsoft.com/office/officeart/2005/8/layout/orgChart1"/>
    <dgm:cxn modelId="{EAD3DD78-469B-4D58-8643-0E0C42B54470}" type="presParOf" srcId="{6DA95940-2BD1-4C0A-92CB-F7CAAD4E22E8}" destId="{AACB9F9F-8574-479D-B10E-4381BFA34710}" srcOrd="1" destOrd="0" presId="urn:microsoft.com/office/officeart/2005/8/layout/orgChart1"/>
    <dgm:cxn modelId="{4F2528CA-6B31-44F1-952E-1678A42403E6}" type="presParOf" srcId="{6DA95940-2BD1-4C0A-92CB-F7CAAD4E22E8}" destId="{03632448-A318-4215-A72F-057775420D76}" srcOrd="2" destOrd="0" presId="urn:microsoft.com/office/officeart/2005/8/layout/orgChart1"/>
    <dgm:cxn modelId="{AD7ED896-17F6-4ED2-952F-6614009557F0}" type="presParOf" srcId="{25487E82-1002-4253-B7DF-51BE914C345C}" destId="{DC060CCD-2FB5-4D30-BD28-3FEF761E7D88}" srcOrd="2" destOrd="0" presId="urn:microsoft.com/office/officeart/2005/8/layout/orgChart1"/>
    <dgm:cxn modelId="{12555676-4AAA-43F4-9130-B1B69E341BF3}" type="presParOf" srcId="{0CFC403E-499B-43AD-9265-588CF3BA6B6B}" destId="{7B8B6F14-64E1-4A4B-B4AA-12CE894B39E3}" srcOrd="2" destOrd="0" presId="urn:microsoft.com/office/officeart/2005/8/layout/orgChart1"/>
    <dgm:cxn modelId="{DD6DC7FD-931A-401B-B3B4-4BF039893BFA}" type="presParOf" srcId="{0CFC403E-499B-43AD-9265-588CF3BA6B6B}" destId="{C9BDE7CF-2844-4554-A0C3-F968A7CC4C29}" srcOrd="3" destOrd="0" presId="urn:microsoft.com/office/officeart/2005/8/layout/orgChart1"/>
    <dgm:cxn modelId="{1D06F263-7C6A-4095-9DB0-5C066491433B}" type="presParOf" srcId="{C9BDE7CF-2844-4554-A0C3-F968A7CC4C29}" destId="{8F9162DF-0177-43F4-BD80-5371F7E165BE}" srcOrd="0" destOrd="0" presId="urn:microsoft.com/office/officeart/2005/8/layout/orgChart1"/>
    <dgm:cxn modelId="{6A09E98F-2921-4F38-93C5-4F90FA6A580E}" type="presParOf" srcId="{8F9162DF-0177-43F4-BD80-5371F7E165BE}" destId="{3F264B1C-DB63-4310-887C-B0B08EC94BD6}" srcOrd="0" destOrd="0" presId="urn:microsoft.com/office/officeart/2005/8/layout/orgChart1"/>
    <dgm:cxn modelId="{8C413540-DD1F-49FB-8554-B88F407F737F}" type="presParOf" srcId="{8F9162DF-0177-43F4-BD80-5371F7E165BE}" destId="{7B553CF9-75EC-4D48-AF27-D25E6BE38786}" srcOrd="1" destOrd="0" presId="urn:microsoft.com/office/officeart/2005/8/layout/orgChart1"/>
    <dgm:cxn modelId="{DFCD5600-4E78-495E-B976-CED31DE285C1}" type="presParOf" srcId="{C9BDE7CF-2844-4554-A0C3-F968A7CC4C29}" destId="{789502B9-9884-4B5F-8674-265DC7E7E8C2}" srcOrd="1" destOrd="0" presId="urn:microsoft.com/office/officeart/2005/8/layout/orgChart1"/>
    <dgm:cxn modelId="{71EFC0C8-4A4C-4833-935D-97D5558F120E}" type="presParOf" srcId="{789502B9-9884-4B5F-8674-265DC7E7E8C2}" destId="{AB082916-9827-4C44-9F32-295B2AD40F12}" srcOrd="0" destOrd="0" presId="urn:microsoft.com/office/officeart/2005/8/layout/orgChart1"/>
    <dgm:cxn modelId="{468882EE-9FB7-4C55-BBCE-8DAD8B7CD5EF}" type="presParOf" srcId="{789502B9-9884-4B5F-8674-265DC7E7E8C2}" destId="{4CF752D3-6D9F-4072-A355-15B656F3C2CD}" srcOrd="1" destOrd="0" presId="urn:microsoft.com/office/officeart/2005/8/layout/orgChart1"/>
    <dgm:cxn modelId="{A1F65AF0-778C-4B60-A1C5-F59F01302040}" type="presParOf" srcId="{4CF752D3-6D9F-4072-A355-15B656F3C2CD}" destId="{1B20C6A0-A4DE-433C-B67F-63F9CF06C79D}" srcOrd="0" destOrd="0" presId="urn:microsoft.com/office/officeart/2005/8/layout/orgChart1"/>
    <dgm:cxn modelId="{6503B699-EFDE-4DD0-93EE-FB41E9CBEBC0}" type="presParOf" srcId="{1B20C6A0-A4DE-433C-B67F-63F9CF06C79D}" destId="{A69BB345-7368-444B-874D-35AB4E14CCAA}" srcOrd="0" destOrd="0" presId="urn:microsoft.com/office/officeart/2005/8/layout/orgChart1"/>
    <dgm:cxn modelId="{6A3CD27A-A091-42E2-ACA4-19C63BB3C412}" type="presParOf" srcId="{1B20C6A0-A4DE-433C-B67F-63F9CF06C79D}" destId="{43240745-D4A6-455E-99EA-4F2710DD25C9}" srcOrd="1" destOrd="0" presId="urn:microsoft.com/office/officeart/2005/8/layout/orgChart1"/>
    <dgm:cxn modelId="{61EBFA1B-2A95-4F35-9405-6E1B3FEA52F7}" type="presParOf" srcId="{4CF752D3-6D9F-4072-A355-15B656F3C2CD}" destId="{014E7CD4-BCAC-44D9-AACA-62CAFC88745C}" srcOrd="1" destOrd="0" presId="urn:microsoft.com/office/officeart/2005/8/layout/orgChart1"/>
    <dgm:cxn modelId="{B8461302-3FD7-418E-B9EB-6E007A46B9B4}" type="presParOf" srcId="{4CF752D3-6D9F-4072-A355-15B656F3C2CD}" destId="{BBE7285F-32E2-444A-99CC-521BA751BAD5}" srcOrd="2" destOrd="0" presId="urn:microsoft.com/office/officeart/2005/8/layout/orgChart1"/>
    <dgm:cxn modelId="{41C30886-DA59-473E-8191-229094243BA5}" type="presParOf" srcId="{789502B9-9884-4B5F-8674-265DC7E7E8C2}" destId="{BFB402E0-DA91-425A-B9E0-CB43E7A94163}" srcOrd="2" destOrd="0" presId="urn:microsoft.com/office/officeart/2005/8/layout/orgChart1"/>
    <dgm:cxn modelId="{852B39D4-5F8D-491C-8B71-8AABBCFAD47B}" type="presParOf" srcId="{789502B9-9884-4B5F-8674-265DC7E7E8C2}" destId="{FC8381FF-1F0F-4C9E-A5BF-E0FAF43990EA}" srcOrd="3" destOrd="0" presId="urn:microsoft.com/office/officeart/2005/8/layout/orgChart1"/>
    <dgm:cxn modelId="{05597E3E-E76A-4184-97D1-FB22A65EA063}" type="presParOf" srcId="{FC8381FF-1F0F-4C9E-A5BF-E0FAF43990EA}" destId="{A13EED64-3FA2-4FD0-ACED-576BF6621826}" srcOrd="0" destOrd="0" presId="urn:microsoft.com/office/officeart/2005/8/layout/orgChart1"/>
    <dgm:cxn modelId="{8048369B-3692-4374-9274-920CE53BB19D}" type="presParOf" srcId="{A13EED64-3FA2-4FD0-ACED-576BF6621826}" destId="{8628921D-6F26-4815-9454-492C44794161}" srcOrd="0" destOrd="0" presId="urn:microsoft.com/office/officeart/2005/8/layout/orgChart1"/>
    <dgm:cxn modelId="{696FBA97-8BB9-4092-818D-B452EA7C6D38}" type="presParOf" srcId="{A13EED64-3FA2-4FD0-ACED-576BF6621826}" destId="{E7DD1006-B6D8-4205-AA7A-855CA30F7323}" srcOrd="1" destOrd="0" presId="urn:microsoft.com/office/officeart/2005/8/layout/orgChart1"/>
    <dgm:cxn modelId="{15EC8414-B30C-47C8-99D1-4977CC35E7FA}" type="presParOf" srcId="{FC8381FF-1F0F-4C9E-A5BF-E0FAF43990EA}" destId="{F15550A6-5434-45B5-A90F-27474C84CE14}" srcOrd="1" destOrd="0" presId="urn:microsoft.com/office/officeart/2005/8/layout/orgChart1"/>
    <dgm:cxn modelId="{66BE8FEE-8ACE-4D78-B94E-A23175F6AD1C}" type="presParOf" srcId="{FC8381FF-1F0F-4C9E-A5BF-E0FAF43990EA}" destId="{ACBB354C-373B-4DF0-9F87-0FDF5E564A1B}" srcOrd="2" destOrd="0" presId="urn:microsoft.com/office/officeart/2005/8/layout/orgChart1"/>
    <dgm:cxn modelId="{9FC58BA2-69CD-4FF2-875A-E94A251775D8}" type="presParOf" srcId="{789502B9-9884-4B5F-8674-265DC7E7E8C2}" destId="{7F15754C-A0A7-429F-946B-7590AE8E3A97}" srcOrd="4" destOrd="0" presId="urn:microsoft.com/office/officeart/2005/8/layout/orgChart1"/>
    <dgm:cxn modelId="{143FE433-7F19-4FEF-9B6D-48A1A5A2EB53}" type="presParOf" srcId="{789502B9-9884-4B5F-8674-265DC7E7E8C2}" destId="{35C56F0A-DCA2-4CC5-AC93-70916765E4A2}" srcOrd="5" destOrd="0" presId="urn:microsoft.com/office/officeart/2005/8/layout/orgChart1"/>
    <dgm:cxn modelId="{90973751-C4E8-4B61-B9C9-92B4713432D5}" type="presParOf" srcId="{35C56F0A-DCA2-4CC5-AC93-70916765E4A2}" destId="{9233EE76-6FC2-48A8-93FA-F076E32824D4}" srcOrd="0" destOrd="0" presId="urn:microsoft.com/office/officeart/2005/8/layout/orgChart1"/>
    <dgm:cxn modelId="{A0AC1D0B-8512-43F6-A429-F3B4088C3E7E}" type="presParOf" srcId="{9233EE76-6FC2-48A8-93FA-F076E32824D4}" destId="{EDD16D01-3A5A-49AD-A8EF-8946B3672DC0}" srcOrd="0" destOrd="0" presId="urn:microsoft.com/office/officeart/2005/8/layout/orgChart1"/>
    <dgm:cxn modelId="{C7CB3A40-3440-4BF5-B99A-3F34762BC5E7}" type="presParOf" srcId="{9233EE76-6FC2-48A8-93FA-F076E32824D4}" destId="{18916CDD-0DFB-4576-A382-EF1EE8E11439}" srcOrd="1" destOrd="0" presId="urn:microsoft.com/office/officeart/2005/8/layout/orgChart1"/>
    <dgm:cxn modelId="{BA9F0BC8-AB17-467C-9C5F-3204B3A015E1}" type="presParOf" srcId="{35C56F0A-DCA2-4CC5-AC93-70916765E4A2}" destId="{F5D74C14-83EE-4382-B89C-48CC4D5615FA}" srcOrd="1" destOrd="0" presId="urn:microsoft.com/office/officeart/2005/8/layout/orgChart1"/>
    <dgm:cxn modelId="{B0B8DB64-9429-42A4-9EAC-85B4426A75BE}" type="presParOf" srcId="{35C56F0A-DCA2-4CC5-AC93-70916765E4A2}" destId="{7C702E41-64F9-4FC7-991B-395B18EBCEE3}" srcOrd="2" destOrd="0" presId="urn:microsoft.com/office/officeart/2005/8/layout/orgChart1"/>
    <dgm:cxn modelId="{FF5FED99-EBD9-4A20-A893-BD4A852CB076}" type="presParOf" srcId="{789502B9-9884-4B5F-8674-265DC7E7E8C2}" destId="{CB65EA2B-90EE-435A-91E9-6293A6E6CE5E}" srcOrd="6" destOrd="0" presId="urn:microsoft.com/office/officeart/2005/8/layout/orgChart1"/>
    <dgm:cxn modelId="{A5B46DEE-7631-46BF-891A-3D7BB62A5526}" type="presParOf" srcId="{789502B9-9884-4B5F-8674-265DC7E7E8C2}" destId="{2B3F5363-B0F8-4DF5-9191-E30D579B5C1C}" srcOrd="7" destOrd="0" presId="urn:microsoft.com/office/officeart/2005/8/layout/orgChart1"/>
    <dgm:cxn modelId="{F35EE674-530F-4194-86F6-F6AADFA8F9A5}" type="presParOf" srcId="{2B3F5363-B0F8-4DF5-9191-E30D579B5C1C}" destId="{ECB1E0F4-FA4C-4C4C-9E64-2C62E3C54D41}" srcOrd="0" destOrd="0" presId="urn:microsoft.com/office/officeart/2005/8/layout/orgChart1"/>
    <dgm:cxn modelId="{2BB42ED5-7B0B-4F50-A217-DE30B231DF60}" type="presParOf" srcId="{ECB1E0F4-FA4C-4C4C-9E64-2C62E3C54D41}" destId="{F2430A4D-B77A-4044-8C40-98BA302B9D90}" srcOrd="0" destOrd="0" presId="urn:microsoft.com/office/officeart/2005/8/layout/orgChart1"/>
    <dgm:cxn modelId="{3157C4FF-D657-4246-AE39-2004EC1F70A8}" type="presParOf" srcId="{ECB1E0F4-FA4C-4C4C-9E64-2C62E3C54D41}" destId="{C63677E4-79DA-4291-AAF1-A759BEBF9C85}" srcOrd="1" destOrd="0" presId="urn:microsoft.com/office/officeart/2005/8/layout/orgChart1"/>
    <dgm:cxn modelId="{925207E8-017D-4863-B5FA-A0A6BF2E2B44}" type="presParOf" srcId="{2B3F5363-B0F8-4DF5-9191-E30D579B5C1C}" destId="{0D6963F8-D385-43B7-8140-AF1A8D772EEE}" srcOrd="1" destOrd="0" presId="urn:microsoft.com/office/officeart/2005/8/layout/orgChart1"/>
    <dgm:cxn modelId="{406F2BE8-B12C-4B79-A765-5FF84B9B934A}" type="presParOf" srcId="{2B3F5363-B0F8-4DF5-9191-E30D579B5C1C}" destId="{409965BF-029F-4F64-9AE3-CD441DFD55A0}" srcOrd="2" destOrd="0" presId="urn:microsoft.com/office/officeart/2005/8/layout/orgChart1"/>
    <dgm:cxn modelId="{904FF970-7EF3-419D-844E-D619DA8525FF}" type="presParOf" srcId="{789502B9-9884-4B5F-8674-265DC7E7E8C2}" destId="{15DF8050-DBFD-4F17-A019-02FE18722AEF}" srcOrd="8" destOrd="0" presId="urn:microsoft.com/office/officeart/2005/8/layout/orgChart1"/>
    <dgm:cxn modelId="{4EBE31AA-BED7-48FC-AF65-5AE962DBB77E}" type="presParOf" srcId="{789502B9-9884-4B5F-8674-265DC7E7E8C2}" destId="{68C83481-D4E0-43EA-9B88-2FE0AF6F54DC}" srcOrd="9" destOrd="0" presId="urn:microsoft.com/office/officeart/2005/8/layout/orgChart1"/>
    <dgm:cxn modelId="{CA94A206-06D0-4297-BB6F-F722FCDEF903}" type="presParOf" srcId="{68C83481-D4E0-43EA-9B88-2FE0AF6F54DC}" destId="{3A98EEBB-3A40-4CA3-8224-C8013B973B4C}" srcOrd="0" destOrd="0" presId="urn:microsoft.com/office/officeart/2005/8/layout/orgChart1"/>
    <dgm:cxn modelId="{D4B1ED49-B0F0-481F-A9B2-0848F78C29CB}" type="presParOf" srcId="{3A98EEBB-3A40-4CA3-8224-C8013B973B4C}" destId="{CB4AB4D6-F7C9-423D-A96C-B5310ACB5450}" srcOrd="0" destOrd="0" presId="urn:microsoft.com/office/officeart/2005/8/layout/orgChart1"/>
    <dgm:cxn modelId="{A32ABFB3-8F53-4E45-980A-4BD3D738338D}" type="presParOf" srcId="{3A98EEBB-3A40-4CA3-8224-C8013B973B4C}" destId="{A256B338-BFA4-461E-A215-6CB9FD26EB0C}" srcOrd="1" destOrd="0" presId="urn:microsoft.com/office/officeart/2005/8/layout/orgChart1"/>
    <dgm:cxn modelId="{F1792288-28B0-43F2-94D3-5908345C60C9}" type="presParOf" srcId="{68C83481-D4E0-43EA-9B88-2FE0AF6F54DC}" destId="{2EFC8C2D-F55F-48F9-88C3-69B482153FAE}" srcOrd="1" destOrd="0" presId="urn:microsoft.com/office/officeart/2005/8/layout/orgChart1"/>
    <dgm:cxn modelId="{E996F9B3-EC61-4C33-8872-308115B5F65A}" type="presParOf" srcId="{68C83481-D4E0-43EA-9B88-2FE0AF6F54DC}" destId="{F09A9650-C48D-4DA9-9718-D0AA8ED7A200}" srcOrd="2" destOrd="0" presId="urn:microsoft.com/office/officeart/2005/8/layout/orgChart1"/>
    <dgm:cxn modelId="{F0986207-A525-4C2A-A924-7B570BD7E2EC}" type="presParOf" srcId="{789502B9-9884-4B5F-8674-265DC7E7E8C2}" destId="{3ECBE281-466D-4622-A4C4-1F8319C6DB38}" srcOrd="10" destOrd="0" presId="urn:microsoft.com/office/officeart/2005/8/layout/orgChart1"/>
    <dgm:cxn modelId="{511782D2-5F53-4EEE-82BA-E3CBA46877C5}" type="presParOf" srcId="{789502B9-9884-4B5F-8674-265DC7E7E8C2}" destId="{E0878E01-0735-4B76-8A68-991D49F4D6E6}" srcOrd="11" destOrd="0" presId="urn:microsoft.com/office/officeart/2005/8/layout/orgChart1"/>
    <dgm:cxn modelId="{B8A72A8D-5FE1-487C-ABAB-24789AD01F2A}" type="presParOf" srcId="{E0878E01-0735-4B76-8A68-991D49F4D6E6}" destId="{BEA430F6-FB38-4A36-BDDC-DCA76A6F74A0}" srcOrd="0" destOrd="0" presId="urn:microsoft.com/office/officeart/2005/8/layout/orgChart1"/>
    <dgm:cxn modelId="{93AD67FB-BDF3-4DCB-8F40-ECF018369E6A}" type="presParOf" srcId="{BEA430F6-FB38-4A36-BDDC-DCA76A6F74A0}" destId="{62F8C559-260F-444D-8C45-DB05736EAC08}" srcOrd="0" destOrd="0" presId="urn:microsoft.com/office/officeart/2005/8/layout/orgChart1"/>
    <dgm:cxn modelId="{3CA8A246-385B-4D00-ACB2-58D39AFE1F80}" type="presParOf" srcId="{BEA430F6-FB38-4A36-BDDC-DCA76A6F74A0}" destId="{2BFE2325-E3D1-484D-B876-B4C09EEEC976}" srcOrd="1" destOrd="0" presId="urn:microsoft.com/office/officeart/2005/8/layout/orgChart1"/>
    <dgm:cxn modelId="{C6B96BF4-4210-476B-902E-5F4FA5F79846}" type="presParOf" srcId="{E0878E01-0735-4B76-8A68-991D49F4D6E6}" destId="{015E082C-8E17-4150-BD1D-256BE826FF65}" srcOrd="1" destOrd="0" presId="urn:microsoft.com/office/officeart/2005/8/layout/orgChart1"/>
    <dgm:cxn modelId="{E143E665-930D-46C9-937D-CA5792549276}" type="presParOf" srcId="{E0878E01-0735-4B76-8A68-991D49F4D6E6}" destId="{41C4A7F6-FE92-4253-A1A9-5E8F680A3C9F}" srcOrd="2" destOrd="0" presId="urn:microsoft.com/office/officeart/2005/8/layout/orgChart1"/>
    <dgm:cxn modelId="{25019226-65B4-4161-8205-54629CA97B0B}" type="presParOf" srcId="{789502B9-9884-4B5F-8674-265DC7E7E8C2}" destId="{EC1D940D-D256-4533-9402-F9F1B46FE162}" srcOrd="12" destOrd="0" presId="urn:microsoft.com/office/officeart/2005/8/layout/orgChart1"/>
    <dgm:cxn modelId="{485A2517-55E1-40AE-B792-D1128E7A9510}" type="presParOf" srcId="{789502B9-9884-4B5F-8674-265DC7E7E8C2}" destId="{874E0137-D74F-4865-9E27-651C9E83D6B4}" srcOrd="13" destOrd="0" presId="urn:microsoft.com/office/officeart/2005/8/layout/orgChart1"/>
    <dgm:cxn modelId="{6308A7DD-1333-4746-BD60-51A2FA70465B}" type="presParOf" srcId="{874E0137-D74F-4865-9E27-651C9E83D6B4}" destId="{432D1580-7B52-42C7-9D40-05ADFA0C76BF}" srcOrd="0" destOrd="0" presId="urn:microsoft.com/office/officeart/2005/8/layout/orgChart1"/>
    <dgm:cxn modelId="{CBD3262A-7104-49A4-A3CA-C555BF9F696B}" type="presParOf" srcId="{432D1580-7B52-42C7-9D40-05ADFA0C76BF}" destId="{C4422F4D-D8E3-4E23-9B8A-14E98BE92298}" srcOrd="0" destOrd="0" presId="urn:microsoft.com/office/officeart/2005/8/layout/orgChart1"/>
    <dgm:cxn modelId="{CA60FC14-DC95-4521-A165-3324CA1B4631}" type="presParOf" srcId="{432D1580-7B52-42C7-9D40-05ADFA0C76BF}" destId="{EDCC03F6-DC46-4F1E-A70F-3FE59AB11890}" srcOrd="1" destOrd="0" presId="urn:microsoft.com/office/officeart/2005/8/layout/orgChart1"/>
    <dgm:cxn modelId="{7C9986A7-B3A4-4496-8B9C-54530E2CC083}" type="presParOf" srcId="{874E0137-D74F-4865-9E27-651C9E83D6B4}" destId="{01F55A72-3925-4ACB-B166-30FE72E306E1}" srcOrd="1" destOrd="0" presId="urn:microsoft.com/office/officeart/2005/8/layout/orgChart1"/>
    <dgm:cxn modelId="{ABDDEFB1-ECB9-422E-8208-997240086683}" type="presParOf" srcId="{874E0137-D74F-4865-9E27-651C9E83D6B4}" destId="{B7570CAB-FD92-4FA3-9CAF-A7392A91D981}" srcOrd="2" destOrd="0" presId="urn:microsoft.com/office/officeart/2005/8/layout/orgChart1"/>
    <dgm:cxn modelId="{63481D40-9BB2-4D3C-B129-FD82DDC2F01E}" type="presParOf" srcId="{C9BDE7CF-2844-4554-A0C3-F968A7CC4C29}" destId="{A6710484-ED73-4803-B50B-5B6FAE856C26}" srcOrd="2" destOrd="0" presId="urn:microsoft.com/office/officeart/2005/8/layout/orgChart1"/>
    <dgm:cxn modelId="{149D795A-8F99-4B16-B9BA-89C12195B52C}" type="presParOf" srcId="{3C30138D-A99F-4362-8B23-3EA574019011}" destId="{9DAC32F8-C91C-40D8-B995-A4FCFB440622}" srcOrd="2" destOrd="0" presId="urn:microsoft.com/office/officeart/2005/8/layout/orgChart1"/>
    <dgm:cxn modelId="{5BDF29DD-0D56-4DBF-AC86-4C8A90D984CB}" type="presParOf" srcId="{EEB7E146-E122-4F8E-AEEE-C153D52CB79A}" destId="{0022A802-2DA3-4B22-B086-152AB10C9D3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4378A2-F4C1-45F7-A5C5-6C642AEAB20B}">
      <dsp:nvSpPr>
        <dsp:cNvPr id="0" name=""/>
        <dsp:cNvSpPr/>
      </dsp:nvSpPr>
      <dsp:spPr>
        <a:xfrm>
          <a:off x="1329365" y="3827432"/>
          <a:ext cx="195423" cy="8403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7711" y="0"/>
              </a:lnTo>
              <a:lnTo>
                <a:pt x="97711" y="840320"/>
              </a:lnTo>
              <a:lnTo>
                <a:pt x="195423" y="8403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C9355C-6257-486C-9D8F-ED6D036B1167}">
      <dsp:nvSpPr>
        <dsp:cNvPr id="0" name=""/>
        <dsp:cNvSpPr/>
      </dsp:nvSpPr>
      <dsp:spPr>
        <a:xfrm>
          <a:off x="1329365" y="3827432"/>
          <a:ext cx="195423" cy="4201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7711" y="0"/>
              </a:lnTo>
              <a:lnTo>
                <a:pt x="97711" y="420160"/>
              </a:lnTo>
              <a:lnTo>
                <a:pt x="195423" y="42016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6100B9-02DE-43F1-A785-59EE8EA2CF57}">
      <dsp:nvSpPr>
        <dsp:cNvPr id="0" name=""/>
        <dsp:cNvSpPr/>
      </dsp:nvSpPr>
      <dsp:spPr>
        <a:xfrm>
          <a:off x="3674445" y="5987553"/>
          <a:ext cx="1954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95423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55DFBE-CA7C-4750-AA19-1BCD80DB4F25}">
      <dsp:nvSpPr>
        <dsp:cNvPr id="0" name=""/>
        <dsp:cNvSpPr/>
      </dsp:nvSpPr>
      <dsp:spPr>
        <a:xfrm>
          <a:off x="2501905" y="3827432"/>
          <a:ext cx="195423" cy="22058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7711" y="0"/>
              </a:lnTo>
              <a:lnTo>
                <a:pt x="97711" y="2205841"/>
              </a:lnTo>
              <a:lnTo>
                <a:pt x="195423" y="220584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225295-CD20-44DA-AB18-87B70D4F998C}">
      <dsp:nvSpPr>
        <dsp:cNvPr id="0" name=""/>
        <dsp:cNvSpPr/>
      </dsp:nvSpPr>
      <dsp:spPr>
        <a:xfrm>
          <a:off x="3674445" y="5567393"/>
          <a:ext cx="1954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95423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0E6DB7-848B-4009-9100-C76BDC462017}">
      <dsp:nvSpPr>
        <dsp:cNvPr id="0" name=""/>
        <dsp:cNvSpPr/>
      </dsp:nvSpPr>
      <dsp:spPr>
        <a:xfrm>
          <a:off x="2501905" y="3827432"/>
          <a:ext cx="195423" cy="17856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7711" y="0"/>
              </a:lnTo>
              <a:lnTo>
                <a:pt x="97711" y="1785681"/>
              </a:lnTo>
              <a:lnTo>
                <a:pt x="195423" y="178568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8522AE-7863-4296-BD33-C35897396FB9}">
      <dsp:nvSpPr>
        <dsp:cNvPr id="0" name=""/>
        <dsp:cNvSpPr/>
      </dsp:nvSpPr>
      <dsp:spPr>
        <a:xfrm>
          <a:off x="3674445" y="4772792"/>
          <a:ext cx="195423" cy="4201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7711" y="0"/>
              </a:lnTo>
              <a:lnTo>
                <a:pt x="97711" y="420160"/>
              </a:lnTo>
              <a:lnTo>
                <a:pt x="195423" y="42016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466570-1170-4857-B295-12A42D789EE6}">
      <dsp:nvSpPr>
        <dsp:cNvPr id="0" name=""/>
        <dsp:cNvSpPr/>
      </dsp:nvSpPr>
      <dsp:spPr>
        <a:xfrm>
          <a:off x="3674445" y="4727072"/>
          <a:ext cx="1954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95423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472154-A834-4E7B-B02C-C6D881B2A524}">
      <dsp:nvSpPr>
        <dsp:cNvPr id="0" name=""/>
        <dsp:cNvSpPr/>
      </dsp:nvSpPr>
      <dsp:spPr>
        <a:xfrm>
          <a:off x="3674445" y="4352632"/>
          <a:ext cx="195423" cy="420160"/>
        </a:xfrm>
        <a:custGeom>
          <a:avLst/>
          <a:gdLst/>
          <a:ahLst/>
          <a:cxnLst/>
          <a:rect l="0" t="0" r="0" b="0"/>
          <a:pathLst>
            <a:path>
              <a:moveTo>
                <a:pt x="0" y="420160"/>
              </a:moveTo>
              <a:lnTo>
                <a:pt x="97711" y="420160"/>
              </a:lnTo>
              <a:lnTo>
                <a:pt x="97711" y="0"/>
              </a:lnTo>
              <a:lnTo>
                <a:pt x="195423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0504C5-33A5-4929-9128-240E2AD7B936}">
      <dsp:nvSpPr>
        <dsp:cNvPr id="0" name=""/>
        <dsp:cNvSpPr/>
      </dsp:nvSpPr>
      <dsp:spPr>
        <a:xfrm>
          <a:off x="2501905" y="3827432"/>
          <a:ext cx="195423" cy="9453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7711" y="0"/>
              </a:lnTo>
              <a:lnTo>
                <a:pt x="97711" y="945360"/>
              </a:lnTo>
              <a:lnTo>
                <a:pt x="195423" y="94536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3AC629-36BB-4BFB-9D9B-8C631ADAAB18}">
      <dsp:nvSpPr>
        <dsp:cNvPr id="0" name=""/>
        <dsp:cNvSpPr/>
      </dsp:nvSpPr>
      <dsp:spPr>
        <a:xfrm>
          <a:off x="3674445" y="3722392"/>
          <a:ext cx="195423" cy="2100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7711" y="0"/>
              </a:lnTo>
              <a:lnTo>
                <a:pt x="97711" y="210080"/>
              </a:lnTo>
              <a:lnTo>
                <a:pt x="195423" y="21008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395BAD-27F0-44E8-B8FD-EED7BFC33C84}">
      <dsp:nvSpPr>
        <dsp:cNvPr id="0" name=""/>
        <dsp:cNvSpPr/>
      </dsp:nvSpPr>
      <dsp:spPr>
        <a:xfrm>
          <a:off x="3674445" y="3512312"/>
          <a:ext cx="195423" cy="210080"/>
        </a:xfrm>
        <a:custGeom>
          <a:avLst/>
          <a:gdLst/>
          <a:ahLst/>
          <a:cxnLst/>
          <a:rect l="0" t="0" r="0" b="0"/>
          <a:pathLst>
            <a:path>
              <a:moveTo>
                <a:pt x="0" y="210080"/>
              </a:moveTo>
              <a:lnTo>
                <a:pt x="97711" y="210080"/>
              </a:lnTo>
              <a:lnTo>
                <a:pt x="97711" y="0"/>
              </a:lnTo>
              <a:lnTo>
                <a:pt x="195423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1536C3-B086-41AE-8984-779139DD8168}">
      <dsp:nvSpPr>
        <dsp:cNvPr id="0" name=""/>
        <dsp:cNvSpPr/>
      </dsp:nvSpPr>
      <dsp:spPr>
        <a:xfrm>
          <a:off x="2501905" y="3722392"/>
          <a:ext cx="195423" cy="105040"/>
        </a:xfrm>
        <a:custGeom>
          <a:avLst/>
          <a:gdLst/>
          <a:ahLst/>
          <a:cxnLst/>
          <a:rect l="0" t="0" r="0" b="0"/>
          <a:pathLst>
            <a:path>
              <a:moveTo>
                <a:pt x="0" y="105040"/>
              </a:moveTo>
              <a:lnTo>
                <a:pt x="97711" y="105040"/>
              </a:lnTo>
              <a:lnTo>
                <a:pt x="97711" y="0"/>
              </a:lnTo>
              <a:lnTo>
                <a:pt x="195423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41C8FA-E97A-461D-94F8-3B1BD151202F}">
      <dsp:nvSpPr>
        <dsp:cNvPr id="0" name=""/>
        <dsp:cNvSpPr/>
      </dsp:nvSpPr>
      <dsp:spPr>
        <a:xfrm>
          <a:off x="4846985" y="3092152"/>
          <a:ext cx="195423" cy="8403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7711" y="0"/>
              </a:lnTo>
              <a:lnTo>
                <a:pt x="97711" y="840320"/>
              </a:lnTo>
              <a:lnTo>
                <a:pt x="195423" y="8403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592D88-3549-4B78-B2FC-ADE8B5F82E54}">
      <dsp:nvSpPr>
        <dsp:cNvPr id="0" name=""/>
        <dsp:cNvSpPr/>
      </dsp:nvSpPr>
      <dsp:spPr>
        <a:xfrm>
          <a:off x="4846985" y="3092152"/>
          <a:ext cx="195423" cy="4201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7711" y="0"/>
              </a:lnTo>
              <a:lnTo>
                <a:pt x="97711" y="420160"/>
              </a:lnTo>
              <a:lnTo>
                <a:pt x="195423" y="42016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D18103-8470-40EF-922A-CF78C7D518F2}">
      <dsp:nvSpPr>
        <dsp:cNvPr id="0" name=""/>
        <dsp:cNvSpPr/>
      </dsp:nvSpPr>
      <dsp:spPr>
        <a:xfrm>
          <a:off x="4846985" y="3046432"/>
          <a:ext cx="1954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95423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5D23E8-5590-48B9-8D06-5B15AC4A8C2E}">
      <dsp:nvSpPr>
        <dsp:cNvPr id="0" name=""/>
        <dsp:cNvSpPr/>
      </dsp:nvSpPr>
      <dsp:spPr>
        <a:xfrm>
          <a:off x="4846985" y="2671991"/>
          <a:ext cx="195423" cy="420160"/>
        </a:xfrm>
        <a:custGeom>
          <a:avLst/>
          <a:gdLst/>
          <a:ahLst/>
          <a:cxnLst/>
          <a:rect l="0" t="0" r="0" b="0"/>
          <a:pathLst>
            <a:path>
              <a:moveTo>
                <a:pt x="0" y="420160"/>
              </a:moveTo>
              <a:lnTo>
                <a:pt x="97711" y="420160"/>
              </a:lnTo>
              <a:lnTo>
                <a:pt x="97711" y="0"/>
              </a:lnTo>
              <a:lnTo>
                <a:pt x="195423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AB22B3-0620-4664-BC7C-9D8D2C0C114D}">
      <dsp:nvSpPr>
        <dsp:cNvPr id="0" name=""/>
        <dsp:cNvSpPr/>
      </dsp:nvSpPr>
      <dsp:spPr>
        <a:xfrm>
          <a:off x="4846985" y="2251831"/>
          <a:ext cx="195423" cy="840320"/>
        </a:xfrm>
        <a:custGeom>
          <a:avLst/>
          <a:gdLst/>
          <a:ahLst/>
          <a:cxnLst/>
          <a:rect l="0" t="0" r="0" b="0"/>
          <a:pathLst>
            <a:path>
              <a:moveTo>
                <a:pt x="0" y="840320"/>
              </a:moveTo>
              <a:lnTo>
                <a:pt x="97711" y="840320"/>
              </a:lnTo>
              <a:lnTo>
                <a:pt x="97711" y="0"/>
              </a:lnTo>
              <a:lnTo>
                <a:pt x="195423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019317-7CC9-4F1F-8CDA-587681FF6875}">
      <dsp:nvSpPr>
        <dsp:cNvPr id="0" name=""/>
        <dsp:cNvSpPr/>
      </dsp:nvSpPr>
      <dsp:spPr>
        <a:xfrm>
          <a:off x="3674445" y="1621591"/>
          <a:ext cx="195423" cy="14705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7711" y="0"/>
              </a:lnTo>
              <a:lnTo>
                <a:pt x="97711" y="1470560"/>
              </a:lnTo>
              <a:lnTo>
                <a:pt x="195423" y="147056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21205F-C3F1-445C-80C3-E9B69E5E8FC1}">
      <dsp:nvSpPr>
        <dsp:cNvPr id="0" name=""/>
        <dsp:cNvSpPr/>
      </dsp:nvSpPr>
      <dsp:spPr>
        <a:xfrm>
          <a:off x="3674445" y="1621591"/>
          <a:ext cx="195423" cy="10504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7711" y="0"/>
              </a:lnTo>
              <a:lnTo>
                <a:pt x="97711" y="1050400"/>
              </a:lnTo>
              <a:lnTo>
                <a:pt x="195423" y="105040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C1908E-487D-4782-98E1-FF5AD3ED7846}">
      <dsp:nvSpPr>
        <dsp:cNvPr id="0" name=""/>
        <dsp:cNvSpPr/>
      </dsp:nvSpPr>
      <dsp:spPr>
        <a:xfrm>
          <a:off x="3674445" y="1621591"/>
          <a:ext cx="195423" cy="6302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7711" y="0"/>
              </a:lnTo>
              <a:lnTo>
                <a:pt x="97711" y="630240"/>
              </a:lnTo>
              <a:lnTo>
                <a:pt x="195423" y="63024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819807-3127-496A-9311-F1D41AD332DA}">
      <dsp:nvSpPr>
        <dsp:cNvPr id="0" name=""/>
        <dsp:cNvSpPr/>
      </dsp:nvSpPr>
      <dsp:spPr>
        <a:xfrm>
          <a:off x="3674445" y="1621591"/>
          <a:ext cx="195423" cy="2100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7711" y="0"/>
              </a:lnTo>
              <a:lnTo>
                <a:pt x="97711" y="210080"/>
              </a:lnTo>
              <a:lnTo>
                <a:pt x="195423" y="21008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BDB022-1B31-4638-9200-DE3346A26E39}">
      <dsp:nvSpPr>
        <dsp:cNvPr id="0" name=""/>
        <dsp:cNvSpPr/>
      </dsp:nvSpPr>
      <dsp:spPr>
        <a:xfrm>
          <a:off x="3674445" y="1411511"/>
          <a:ext cx="195423" cy="210080"/>
        </a:xfrm>
        <a:custGeom>
          <a:avLst/>
          <a:gdLst/>
          <a:ahLst/>
          <a:cxnLst/>
          <a:rect l="0" t="0" r="0" b="0"/>
          <a:pathLst>
            <a:path>
              <a:moveTo>
                <a:pt x="0" y="210080"/>
              </a:moveTo>
              <a:lnTo>
                <a:pt x="97711" y="210080"/>
              </a:lnTo>
              <a:lnTo>
                <a:pt x="97711" y="0"/>
              </a:lnTo>
              <a:lnTo>
                <a:pt x="195423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BC11C1-3762-409F-BD3E-939AFE63E0AB}">
      <dsp:nvSpPr>
        <dsp:cNvPr id="0" name=""/>
        <dsp:cNvSpPr/>
      </dsp:nvSpPr>
      <dsp:spPr>
        <a:xfrm>
          <a:off x="3674445" y="991350"/>
          <a:ext cx="195423" cy="630240"/>
        </a:xfrm>
        <a:custGeom>
          <a:avLst/>
          <a:gdLst/>
          <a:ahLst/>
          <a:cxnLst/>
          <a:rect l="0" t="0" r="0" b="0"/>
          <a:pathLst>
            <a:path>
              <a:moveTo>
                <a:pt x="0" y="630240"/>
              </a:moveTo>
              <a:lnTo>
                <a:pt x="97711" y="630240"/>
              </a:lnTo>
              <a:lnTo>
                <a:pt x="97711" y="0"/>
              </a:lnTo>
              <a:lnTo>
                <a:pt x="195423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B7AE18-AECE-4C44-BB66-A4DCB5848E7D}">
      <dsp:nvSpPr>
        <dsp:cNvPr id="0" name=""/>
        <dsp:cNvSpPr/>
      </dsp:nvSpPr>
      <dsp:spPr>
        <a:xfrm>
          <a:off x="3674445" y="571190"/>
          <a:ext cx="195423" cy="1050400"/>
        </a:xfrm>
        <a:custGeom>
          <a:avLst/>
          <a:gdLst/>
          <a:ahLst/>
          <a:cxnLst/>
          <a:rect l="0" t="0" r="0" b="0"/>
          <a:pathLst>
            <a:path>
              <a:moveTo>
                <a:pt x="0" y="1050400"/>
              </a:moveTo>
              <a:lnTo>
                <a:pt x="97711" y="1050400"/>
              </a:lnTo>
              <a:lnTo>
                <a:pt x="97711" y="0"/>
              </a:lnTo>
              <a:lnTo>
                <a:pt x="195423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7EC6AA-2BC9-46EB-BA31-E796E73D3F51}">
      <dsp:nvSpPr>
        <dsp:cNvPr id="0" name=""/>
        <dsp:cNvSpPr/>
      </dsp:nvSpPr>
      <dsp:spPr>
        <a:xfrm>
          <a:off x="3674445" y="151030"/>
          <a:ext cx="195423" cy="1470560"/>
        </a:xfrm>
        <a:custGeom>
          <a:avLst/>
          <a:gdLst/>
          <a:ahLst/>
          <a:cxnLst/>
          <a:rect l="0" t="0" r="0" b="0"/>
          <a:pathLst>
            <a:path>
              <a:moveTo>
                <a:pt x="0" y="1470560"/>
              </a:moveTo>
              <a:lnTo>
                <a:pt x="97711" y="1470560"/>
              </a:lnTo>
              <a:lnTo>
                <a:pt x="97711" y="0"/>
              </a:lnTo>
              <a:lnTo>
                <a:pt x="195423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F86F60-C019-4CAC-8506-618E155CB66D}">
      <dsp:nvSpPr>
        <dsp:cNvPr id="0" name=""/>
        <dsp:cNvSpPr/>
      </dsp:nvSpPr>
      <dsp:spPr>
        <a:xfrm>
          <a:off x="2501905" y="1621591"/>
          <a:ext cx="195423" cy="2205841"/>
        </a:xfrm>
        <a:custGeom>
          <a:avLst/>
          <a:gdLst/>
          <a:ahLst/>
          <a:cxnLst/>
          <a:rect l="0" t="0" r="0" b="0"/>
          <a:pathLst>
            <a:path>
              <a:moveTo>
                <a:pt x="0" y="2205841"/>
              </a:moveTo>
              <a:lnTo>
                <a:pt x="97711" y="2205841"/>
              </a:lnTo>
              <a:lnTo>
                <a:pt x="97711" y="0"/>
              </a:lnTo>
              <a:lnTo>
                <a:pt x="195423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177F0F-9545-4CED-995B-7AD8D48A25FC}">
      <dsp:nvSpPr>
        <dsp:cNvPr id="0" name=""/>
        <dsp:cNvSpPr/>
      </dsp:nvSpPr>
      <dsp:spPr>
        <a:xfrm>
          <a:off x="1329365" y="3781712"/>
          <a:ext cx="1954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95423" y="457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EB6233-D2F8-4239-8B6C-36414F01B5EC}">
      <dsp:nvSpPr>
        <dsp:cNvPr id="0" name=""/>
        <dsp:cNvSpPr/>
      </dsp:nvSpPr>
      <dsp:spPr>
        <a:xfrm>
          <a:off x="1329365" y="3407272"/>
          <a:ext cx="195423" cy="420160"/>
        </a:xfrm>
        <a:custGeom>
          <a:avLst/>
          <a:gdLst/>
          <a:ahLst/>
          <a:cxnLst/>
          <a:rect l="0" t="0" r="0" b="0"/>
          <a:pathLst>
            <a:path>
              <a:moveTo>
                <a:pt x="0" y="420160"/>
              </a:moveTo>
              <a:lnTo>
                <a:pt x="97711" y="420160"/>
              </a:lnTo>
              <a:lnTo>
                <a:pt x="97711" y="0"/>
              </a:lnTo>
              <a:lnTo>
                <a:pt x="195423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38AEE7-55ED-40B6-AF1D-0F9A99AD8455}">
      <dsp:nvSpPr>
        <dsp:cNvPr id="0" name=""/>
        <dsp:cNvSpPr/>
      </dsp:nvSpPr>
      <dsp:spPr>
        <a:xfrm>
          <a:off x="1329365" y="2987111"/>
          <a:ext cx="195423" cy="840320"/>
        </a:xfrm>
        <a:custGeom>
          <a:avLst/>
          <a:gdLst/>
          <a:ahLst/>
          <a:cxnLst/>
          <a:rect l="0" t="0" r="0" b="0"/>
          <a:pathLst>
            <a:path>
              <a:moveTo>
                <a:pt x="0" y="840320"/>
              </a:moveTo>
              <a:lnTo>
                <a:pt x="97711" y="840320"/>
              </a:lnTo>
              <a:lnTo>
                <a:pt x="97711" y="0"/>
              </a:lnTo>
              <a:lnTo>
                <a:pt x="195423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413F4C-DBB6-46C5-BF3C-22257B686AEB}">
      <dsp:nvSpPr>
        <dsp:cNvPr id="0" name=""/>
        <dsp:cNvSpPr/>
      </dsp:nvSpPr>
      <dsp:spPr>
        <a:xfrm>
          <a:off x="352248" y="3678422"/>
          <a:ext cx="977116" cy="298020"/>
        </a:xfrm>
        <a:prstGeom prst="rect">
          <a:avLst/>
        </a:prstGeom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solidFill>
                <a:prstClr val="white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29.4V</a:t>
          </a:r>
          <a:r>
            <a:rPr lang="zh-CN" sz="900" kern="1200">
              <a:solidFill>
                <a:prstClr val="white"/>
              </a:solidFill>
              <a:latin typeface="等线" panose="020F0502020204030204"/>
              <a:ea typeface="等线" panose="02010600030101010101" pitchFamily="2" charset="-122"/>
              <a:cs typeface="+mn-cs"/>
            </a:rPr>
            <a:t>锂电池</a:t>
          </a:r>
        </a:p>
      </dsp:txBody>
      <dsp:txXfrm>
        <a:off x="352248" y="3678422"/>
        <a:ext cx="977116" cy="298020"/>
      </dsp:txXfrm>
    </dsp:sp>
    <dsp:sp modelId="{D90039DE-6A9C-43F8-A9F4-A5D953215A49}">
      <dsp:nvSpPr>
        <dsp:cNvPr id="0" name=""/>
        <dsp:cNvSpPr/>
      </dsp:nvSpPr>
      <dsp:spPr>
        <a:xfrm>
          <a:off x="1524788" y="2838101"/>
          <a:ext cx="977116" cy="298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000" kern="1200"/>
            <a:t>灭火电机</a:t>
          </a:r>
          <a:r>
            <a:rPr lang="en-US" sz="1000" kern="1200"/>
            <a:t>1</a:t>
          </a:r>
          <a:r>
            <a:rPr lang="zh-CN" sz="1000" kern="1200"/>
            <a:t>驱动</a:t>
          </a:r>
        </a:p>
      </dsp:txBody>
      <dsp:txXfrm>
        <a:off x="1524788" y="2838101"/>
        <a:ext cx="977116" cy="298020"/>
      </dsp:txXfrm>
    </dsp:sp>
    <dsp:sp modelId="{6F97CAE7-EEC9-4F8C-A9E5-87F1AB47FC54}">
      <dsp:nvSpPr>
        <dsp:cNvPr id="0" name=""/>
        <dsp:cNvSpPr/>
      </dsp:nvSpPr>
      <dsp:spPr>
        <a:xfrm>
          <a:off x="1524788" y="3258261"/>
          <a:ext cx="977116" cy="298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000" kern="1200"/>
            <a:t>灭火电机</a:t>
          </a:r>
          <a:r>
            <a:rPr lang="en-US" sz="1000" kern="1200"/>
            <a:t>2</a:t>
          </a:r>
          <a:r>
            <a:rPr lang="zh-CN" sz="1000" kern="1200"/>
            <a:t>驱动</a:t>
          </a:r>
        </a:p>
      </dsp:txBody>
      <dsp:txXfrm>
        <a:off x="1524788" y="3258261"/>
        <a:ext cx="977116" cy="298020"/>
      </dsp:txXfrm>
    </dsp:sp>
    <dsp:sp modelId="{4D875453-6FEB-48CC-8FDD-A954067BBD2E}">
      <dsp:nvSpPr>
        <dsp:cNvPr id="0" name=""/>
        <dsp:cNvSpPr/>
      </dsp:nvSpPr>
      <dsp:spPr>
        <a:xfrm>
          <a:off x="1524788" y="3678422"/>
          <a:ext cx="977116" cy="298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AC220V</a:t>
          </a:r>
          <a:r>
            <a:rPr lang="zh-CN" sz="1000" kern="1200" dirty="0"/>
            <a:t>逆变器</a:t>
          </a:r>
        </a:p>
      </dsp:txBody>
      <dsp:txXfrm>
        <a:off x="1524788" y="3678422"/>
        <a:ext cx="977116" cy="298020"/>
      </dsp:txXfrm>
    </dsp:sp>
    <dsp:sp modelId="{3CF3F22B-BF79-4089-8DD6-F955DB87A54E}">
      <dsp:nvSpPr>
        <dsp:cNvPr id="0" name=""/>
        <dsp:cNvSpPr/>
      </dsp:nvSpPr>
      <dsp:spPr>
        <a:xfrm>
          <a:off x="2697328" y="1472580"/>
          <a:ext cx="977116" cy="298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5V</a:t>
          </a:r>
          <a:r>
            <a:rPr lang="zh-CN" sz="1000" kern="1200"/>
            <a:t>开关电源</a:t>
          </a:r>
        </a:p>
      </dsp:txBody>
      <dsp:txXfrm>
        <a:off x="2697328" y="1472580"/>
        <a:ext cx="977116" cy="298020"/>
      </dsp:txXfrm>
    </dsp:sp>
    <dsp:sp modelId="{D7F40753-0351-4FF2-818E-DDD14DA1344C}">
      <dsp:nvSpPr>
        <dsp:cNvPr id="0" name=""/>
        <dsp:cNvSpPr/>
      </dsp:nvSpPr>
      <dsp:spPr>
        <a:xfrm>
          <a:off x="3869868" y="2020"/>
          <a:ext cx="977116" cy="298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ESP32</a:t>
          </a:r>
          <a:endParaRPr lang="zh-CN" sz="1000" kern="1200"/>
        </a:p>
      </dsp:txBody>
      <dsp:txXfrm>
        <a:off x="3869868" y="2020"/>
        <a:ext cx="977116" cy="298020"/>
      </dsp:txXfrm>
    </dsp:sp>
    <dsp:sp modelId="{C9D72E92-D341-444E-A113-539056D55B15}">
      <dsp:nvSpPr>
        <dsp:cNvPr id="0" name=""/>
        <dsp:cNvSpPr/>
      </dsp:nvSpPr>
      <dsp:spPr>
        <a:xfrm>
          <a:off x="3869868" y="422180"/>
          <a:ext cx="977116" cy="298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 dirty="0"/>
            <a:t>补光灯</a:t>
          </a:r>
        </a:p>
      </dsp:txBody>
      <dsp:txXfrm>
        <a:off x="3869868" y="422180"/>
        <a:ext cx="977116" cy="298020"/>
      </dsp:txXfrm>
    </dsp:sp>
    <dsp:sp modelId="{F8CADC6D-7038-41CD-B3AD-D0591959CB93}">
      <dsp:nvSpPr>
        <dsp:cNvPr id="0" name=""/>
        <dsp:cNvSpPr/>
      </dsp:nvSpPr>
      <dsp:spPr>
        <a:xfrm>
          <a:off x="3869868" y="842340"/>
          <a:ext cx="977116" cy="298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 dirty="0"/>
            <a:t>蜂鸣器</a:t>
          </a:r>
        </a:p>
      </dsp:txBody>
      <dsp:txXfrm>
        <a:off x="3869868" y="842340"/>
        <a:ext cx="977116" cy="298020"/>
      </dsp:txXfrm>
    </dsp:sp>
    <dsp:sp modelId="{4EC95F13-2922-4BE4-B881-ED7CA9F02342}">
      <dsp:nvSpPr>
        <dsp:cNvPr id="0" name=""/>
        <dsp:cNvSpPr/>
      </dsp:nvSpPr>
      <dsp:spPr>
        <a:xfrm>
          <a:off x="3869868" y="1262500"/>
          <a:ext cx="977116" cy="298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 dirty="0"/>
            <a:t>状态指示灯</a:t>
          </a:r>
        </a:p>
      </dsp:txBody>
      <dsp:txXfrm>
        <a:off x="3869868" y="1262500"/>
        <a:ext cx="977116" cy="298020"/>
      </dsp:txXfrm>
    </dsp:sp>
    <dsp:sp modelId="{C0DE2309-99B8-4F78-82C6-B687E03CAFDC}">
      <dsp:nvSpPr>
        <dsp:cNvPr id="0" name=""/>
        <dsp:cNvSpPr/>
      </dsp:nvSpPr>
      <dsp:spPr>
        <a:xfrm>
          <a:off x="3869868" y="1682660"/>
          <a:ext cx="977116" cy="298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 dirty="0"/>
            <a:t>烟雾传感器</a:t>
          </a:r>
        </a:p>
      </dsp:txBody>
      <dsp:txXfrm>
        <a:off x="3869868" y="1682660"/>
        <a:ext cx="977116" cy="298020"/>
      </dsp:txXfrm>
    </dsp:sp>
    <dsp:sp modelId="{AC1F8BE1-25F5-4CEE-89E3-DF1DF5A553B4}">
      <dsp:nvSpPr>
        <dsp:cNvPr id="0" name=""/>
        <dsp:cNvSpPr/>
      </dsp:nvSpPr>
      <dsp:spPr>
        <a:xfrm>
          <a:off x="3869868" y="2102821"/>
          <a:ext cx="977116" cy="298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 dirty="0"/>
            <a:t>燃气传感器</a:t>
          </a:r>
        </a:p>
      </dsp:txBody>
      <dsp:txXfrm>
        <a:off x="3869868" y="2102821"/>
        <a:ext cx="977116" cy="298020"/>
      </dsp:txXfrm>
    </dsp:sp>
    <dsp:sp modelId="{BC083288-154D-4509-A399-0CD3675A86A5}">
      <dsp:nvSpPr>
        <dsp:cNvPr id="0" name=""/>
        <dsp:cNvSpPr/>
      </dsp:nvSpPr>
      <dsp:spPr>
        <a:xfrm>
          <a:off x="3869868" y="2522981"/>
          <a:ext cx="977116" cy="298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 dirty="0"/>
            <a:t>遥控接收机</a:t>
          </a:r>
        </a:p>
      </dsp:txBody>
      <dsp:txXfrm>
        <a:off x="3869868" y="2522981"/>
        <a:ext cx="977116" cy="298020"/>
      </dsp:txXfrm>
    </dsp:sp>
    <dsp:sp modelId="{1935FD5B-C66C-4486-95B1-C88089E1AD7B}">
      <dsp:nvSpPr>
        <dsp:cNvPr id="0" name=""/>
        <dsp:cNvSpPr/>
      </dsp:nvSpPr>
      <dsp:spPr>
        <a:xfrm>
          <a:off x="3869868" y="2943141"/>
          <a:ext cx="977116" cy="298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000" kern="1200" dirty="0"/>
            <a:t>USB Hub</a:t>
          </a:r>
          <a:endParaRPr lang="zh-CN" sz="1000" kern="1200" dirty="0"/>
        </a:p>
      </dsp:txBody>
      <dsp:txXfrm>
        <a:off x="3869868" y="2943141"/>
        <a:ext cx="977116" cy="298020"/>
      </dsp:txXfrm>
    </dsp:sp>
    <dsp:sp modelId="{C17AE442-9A06-4049-8AAA-933E64253520}">
      <dsp:nvSpPr>
        <dsp:cNvPr id="0" name=""/>
        <dsp:cNvSpPr/>
      </dsp:nvSpPr>
      <dsp:spPr>
        <a:xfrm>
          <a:off x="5042408" y="2102821"/>
          <a:ext cx="977116" cy="298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 dirty="0"/>
            <a:t>隐患识别相机</a:t>
          </a:r>
        </a:p>
      </dsp:txBody>
      <dsp:txXfrm>
        <a:off x="5042408" y="2102821"/>
        <a:ext cx="977116" cy="298020"/>
      </dsp:txXfrm>
    </dsp:sp>
    <dsp:sp modelId="{FEFE3C91-F549-49FB-BE12-655DE361760F}">
      <dsp:nvSpPr>
        <dsp:cNvPr id="0" name=""/>
        <dsp:cNvSpPr/>
      </dsp:nvSpPr>
      <dsp:spPr>
        <a:xfrm>
          <a:off x="5042408" y="2522981"/>
          <a:ext cx="977116" cy="298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 dirty="0"/>
            <a:t>热成像相机</a:t>
          </a:r>
        </a:p>
      </dsp:txBody>
      <dsp:txXfrm>
        <a:off x="5042408" y="2522981"/>
        <a:ext cx="977116" cy="298020"/>
      </dsp:txXfrm>
    </dsp:sp>
    <dsp:sp modelId="{582CEAE5-1AD5-43E2-A22B-221BE4B7F9D8}">
      <dsp:nvSpPr>
        <dsp:cNvPr id="0" name=""/>
        <dsp:cNvSpPr/>
      </dsp:nvSpPr>
      <dsp:spPr>
        <a:xfrm>
          <a:off x="5042408" y="2943141"/>
          <a:ext cx="977116" cy="298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 dirty="0"/>
            <a:t>导航前向相机</a:t>
          </a:r>
        </a:p>
      </dsp:txBody>
      <dsp:txXfrm>
        <a:off x="5042408" y="2943141"/>
        <a:ext cx="977116" cy="298020"/>
      </dsp:txXfrm>
    </dsp:sp>
    <dsp:sp modelId="{69BF3EE5-B2E6-4C9F-8DAF-136EABB0D680}">
      <dsp:nvSpPr>
        <dsp:cNvPr id="0" name=""/>
        <dsp:cNvSpPr/>
      </dsp:nvSpPr>
      <dsp:spPr>
        <a:xfrm>
          <a:off x="5042408" y="3363301"/>
          <a:ext cx="977116" cy="298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 dirty="0"/>
            <a:t>导航后向相机</a:t>
          </a:r>
        </a:p>
      </dsp:txBody>
      <dsp:txXfrm>
        <a:off x="5042408" y="3363301"/>
        <a:ext cx="977116" cy="298020"/>
      </dsp:txXfrm>
    </dsp:sp>
    <dsp:sp modelId="{B8B640A3-00F2-4F49-AB96-9441E2D750AF}">
      <dsp:nvSpPr>
        <dsp:cNvPr id="0" name=""/>
        <dsp:cNvSpPr/>
      </dsp:nvSpPr>
      <dsp:spPr>
        <a:xfrm>
          <a:off x="5042408" y="3783462"/>
          <a:ext cx="977116" cy="298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 dirty="0"/>
            <a:t>键盘鼠标</a:t>
          </a:r>
        </a:p>
      </dsp:txBody>
      <dsp:txXfrm>
        <a:off x="5042408" y="3783462"/>
        <a:ext cx="977116" cy="298020"/>
      </dsp:txXfrm>
    </dsp:sp>
    <dsp:sp modelId="{432B5229-9979-4E42-BC59-ADC337B62277}">
      <dsp:nvSpPr>
        <dsp:cNvPr id="0" name=""/>
        <dsp:cNvSpPr/>
      </dsp:nvSpPr>
      <dsp:spPr>
        <a:xfrm>
          <a:off x="2697328" y="3573382"/>
          <a:ext cx="977116" cy="298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8.4V</a:t>
          </a:r>
          <a:r>
            <a:rPr lang="zh-CN" sz="1000" kern="1200" dirty="0"/>
            <a:t>开关电源</a:t>
          </a:r>
        </a:p>
      </dsp:txBody>
      <dsp:txXfrm>
        <a:off x="2697328" y="3573382"/>
        <a:ext cx="977116" cy="298020"/>
      </dsp:txXfrm>
    </dsp:sp>
    <dsp:sp modelId="{B344F199-3AC9-4BC1-958C-437538258C03}">
      <dsp:nvSpPr>
        <dsp:cNvPr id="0" name=""/>
        <dsp:cNvSpPr/>
      </dsp:nvSpPr>
      <dsp:spPr>
        <a:xfrm>
          <a:off x="3869868" y="3363301"/>
          <a:ext cx="977116" cy="298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 dirty="0"/>
            <a:t>云台俯仰舵机</a:t>
          </a:r>
        </a:p>
      </dsp:txBody>
      <dsp:txXfrm>
        <a:off x="3869868" y="3363301"/>
        <a:ext cx="977116" cy="298020"/>
      </dsp:txXfrm>
    </dsp:sp>
    <dsp:sp modelId="{5B885805-C1D9-44B2-92E2-0F750B5D1D63}">
      <dsp:nvSpPr>
        <dsp:cNvPr id="0" name=""/>
        <dsp:cNvSpPr/>
      </dsp:nvSpPr>
      <dsp:spPr>
        <a:xfrm>
          <a:off x="3869868" y="3783462"/>
          <a:ext cx="977116" cy="298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 dirty="0"/>
            <a:t>云台偏航舵机</a:t>
          </a:r>
        </a:p>
      </dsp:txBody>
      <dsp:txXfrm>
        <a:off x="3869868" y="3783462"/>
        <a:ext cx="977116" cy="298020"/>
      </dsp:txXfrm>
    </dsp:sp>
    <dsp:sp modelId="{2BF6F2FA-DA55-4D3A-A0D0-A7249F86747F}">
      <dsp:nvSpPr>
        <dsp:cNvPr id="0" name=""/>
        <dsp:cNvSpPr/>
      </dsp:nvSpPr>
      <dsp:spPr>
        <a:xfrm>
          <a:off x="2697328" y="4623782"/>
          <a:ext cx="977116" cy="298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12V</a:t>
          </a:r>
          <a:r>
            <a:rPr lang="zh-CN" sz="1000" kern="1200" dirty="0"/>
            <a:t>开关电源</a:t>
          </a:r>
        </a:p>
      </dsp:txBody>
      <dsp:txXfrm>
        <a:off x="2697328" y="4623782"/>
        <a:ext cx="977116" cy="298020"/>
      </dsp:txXfrm>
    </dsp:sp>
    <dsp:sp modelId="{EF71C217-F552-41D6-9E9D-0F77C102FB06}">
      <dsp:nvSpPr>
        <dsp:cNvPr id="0" name=""/>
        <dsp:cNvSpPr/>
      </dsp:nvSpPr>
      <dsp:spPr>
        <a:xfrm>
          <a:off x="3869868" y="4203622"/>
          <a:ext cx="977116" cy="298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 dirty="0"/>
            <a:t>激光雷达</a:t>
          </a:r>
          <a:r>
            <a:rPr lang="en-US" altLang="zh-CN" sz="1000" kern="1200" dirty="0"/>
            <a:t>L2</a:t>
          </a:r>
          <a:r>
            <a:rPr lang="zh-CN" altLang="en-US" sz="1000" kern="1200" dirty="0"/>
            <a:t>前向</a:t>
          </a:r>
          <a:endParaRPr lang="zh-CN" sz="1000" kern="1200" dirty="0"/>
        </a:p>
      </dsp:txBody>
      <dsp:txXfrm>
        <a:off x="3869868" y="4203622"/>
        <a:ext cx="977116" cy="298020"/>
      </dsp:txXfrm>
    </dsp:sp>
    <dsp:sp modelId="{3C9020ED-4E3E-4C83-B254-DABF1CC856EA}">
      <dsp:nvSpPr>
        <dsp:cNvPr id="0" name=""/>
        <dsp:cNvSpPr/>
      </dsp:nvSpPr>
      <dsp:spPr>
        <a:xfrm>
          <a:off x="3869868" y="4623782"/>
          <a:ext cx="977116" cy="298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 dirty="0"/>
            <a:t>激光雷达</a:t>
          </a:r>
          <a:r>
            <a:rPr lang="en-US" altLang="zh-CN" sz="1000" kern="1200" dirty="0"/>
            <a:t>L2</a:t>
          </a:r>
          <a:r>
            <a:rPr lang="zh-CN" altLang="en-US" sz="1000" kern="1200" dirty="0"/>
            <a:t>后向</a:t>
          </a:r>
          <a:endParaRPr lang="zh-CN" sz="1000" kern="1200" dirty="0"/>
        </a:p>
      </dsp:txBody>
      <dsp:txXfrm>
        <a:off x="3869868" y="4623782"/>
        <a:ext cx="977116" cy="298020"/>
      </dsp:txXfrm>
    </dsp:sp>
    <dsp:sp modelId="{3F2D6AEE-1945-445D-B52F-03410F758A73}">
      <dsp:nvSpPr>
        <dsp:cNvPr id="0" name=""/>
        <dsp:cNvSpPr/>
      </dsp:nvSpPr>
      <dsp:spPr>
        <a:xfrm>
          <a:off x="3869868" y="5043942"/>
          <a:ext cx="977116" cy="298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 dirty="0"/>
            <a:t>交换机</a:t>
          </a:r>
        </a:p>
      </dsp:txBody>
      <dsp:txXfrm>
        <a:off x="3869868" y="5043942"/>
        <a:ext cx="977116" cy="298020"/>
      </dsp:txXfrm>
    </dsp:sp>
    <dsp:sp modelId="{A68306EA-7C28-445E-AB3A-128E56246C84}">
      <dsp:nvSpPr>
        <dsp:cNvPr id="0" name=""/>
        <dsp:cNvSpPr/>
      </dsp:nvSpPr>
      <dsp:spPr>
        <a:xfrm>
          <a:off x="2697328" y="5464103"/>
          <a:ext cx="977116" cy="298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19V</a:t>
          </a:r>
          <a:r>
            <a:rPr lang="zh-CN" sz="1000" kern="1200" dirty="0"/>
            <a:t>开关电源</a:t>
          </a:r>
        </a:p>
      </dsp:txBody>
      <dsp:txXfrm>
        <a:off x="2697328" y="5464103"/>
        <a:ext cx="977116" cy="298020"/>
      </dsp:txXfrm>
    </dsp:sp>
    <dsp:sp modelId="{312EF6D6-007D-4B12-A4B5-5E2F2839773C}">
      <dsp:nvSpPr>
        <dsp:cNvPr id="0" name=""/>
        <dsp:cNvSpPr/>
      </dsp:nvSpPr>
      <dsp:spPr>
        <a:xfrm>
          <a:off x="3869868" y="5464103"/>
          <a:ext cx="977116" cy="298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000" kern="1200" dirty="0"/>
            <a:t>Jetson</a:t>
          </a:r>
          <a:r>
            <a:rPr lang="zh-CN" altLang="en-US" sz="1000" kern="1200" dirty="0"/>
            <a:t>算力单元</a:t>
          </a:r>
          <a:endParaRPr lang="zh-CN" sz="1000" kern="1200" dirty="0"/>
        </a:p>
      </dsp:txBody>
      <dsp:txXfrm>
        <a:off x="3869868" y="5464103"/>
        <a:ext cx="977116" cy="298020"/>
      </dsp:txXfrm>
    </dsp:sp>
    <dsp:sp modelId="{CB7D6ECC-E623-4549-A4B2-2B4C268B6E34}">
      <dsp:nvSpPr>
        <dsp:cNvPr id="0" name=""/>
        <dsp:cNvSpPr/>
      </dsp:nvSpPr>
      <dsp:spPr>
        <a:xfrm>
          <a:off x="2697328" y="5884263"/>
          <a:ext cx="977116" cy="298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24V</a:t>
          </a:r>
          <a:r>
            <a:rPr lang="zh-CN" sz="1000" kern="1200" dirty="0"/>
            <a:t>开关电源</a:t>
          </a:r>
        </a:p>
      </dsp:txBody>
      <dsp:txXfrm>
        <a:off x="2697328" y="5884263"/>
        <a:ext cx="977116" cy="298020"/>
      </dsp:txXfrm>
    </dsp:sp>
    <dsp:sp modelId="{FED72E97-B67A-4285-AF07-98CBE18E66DD}">
      <dsp:nvSpPr>
        <dsp:cNvPr id="0" name=""/>
        <dsp:cNvSpPr/>
      </dsp:nvSpPr>
      <dsp:spPr>
        <a:xfrm>
          <a:off x="3869868" y="5884263"/>
          <a:ext cx="977116" cy="298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 dirty="0"/>
            <a:t>显示屏</a:t>
          </a:r>
        </a:p>
      </dsp:txBody>
      <dsp:txXfrm>
        <a:off x="3869868" y="5884263"/>
        <a:ext cx="977116" cy="298020"/>
      </dsp:txXfrm>
    </dsp:sp>
    <dsp:sp modelId="{39BBAEAC-B01C-422A-8DE2-96AA3E2AF755}">
      <dsp:nvSpPr>
        <dsp:cNvPr id="0" name=""/>
        <dsp:cNvSpPr/>
      </dsp:nvSpPr>
      <dsp:spPr>
        <a:xfrm>
          <a:off x="1524788" y="4098582"/>
          <a:ext cx="977116" cy="298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/>
            <a:t>底盘左电机驱动</a:t>
          </a:r>
          <a:endParaRPr lang="zh-CN" altLang="en-US" sz="1000" kern="1200" dirty="0"/>
        </a:p>
      </dsp:txBody>
      <dsp:txXfrm>
        <a:off x="1524788" y="4098582"/>
        <a:ext cx="977116" cy="298020"/>
      </dsp:txXfrm>
    </dsp:sp>
    <dsp:sp modelId="{3A237674-69AF-472F-B580-C154FD3D8EC6}">
      <dsp:nvSpPr>
        <dsp:cNvPr id="0" name=""/>
        <dsp:cNvSpPr/>
      </dsp:nvSpPr>
      <dsp:spPr>
        <a:xfrm>
          <a:off x="1524788" y="4518742"/>
          <a:ext cx="977116" cy="2980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 dirty="0"/>
            <a:t>底盘右电机驱动</a:t>
          </a:r>
        </a:p>
      </dsp:txBody>
      <dsp:txXfrm>
        <a:off x="1524788" y="4518742"/>
        <a:ext cx="977116" cy="2980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1D940D-D256-4533-9402-F9F1B46FE162}">
      <dsp:nvSpPr>
        <dsp:cNvPr id="0" name=""/>
        <dsp:cNvSpPr/>
      </dsp:nvSpPr>
      <dsp:spPr>
        <a:xfrm>
          <a:off x="4979907" y="1697583"/>
          <a:ext cx="650743" cy="41672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67239"/>
              </a:lnTo>
              <a:lnTo>
                <a:pt x="650743" y="416723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CBE281-466D-4622-A4C4-1F8319C6DB38}">
      <dsp:nvSpPr>
        <dsp:cNvPr id="0" name=""/>
        <dsp:cNvSpPr/>
      </dsp:nvSpPr>
      <dsp:spPr>
        <a:xfrm>
          <a:off x="4979907" y="1697583"/>
          <a:ext cx="650743" cy="35403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40387"/>
              </a:lnTo>
              <a:lnTo>
                <a:pt x="650743" y="354038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DF8050-DBFD-4F17-A019-02FE18722AEF}">
      <dsp:nvSpPr>
        <dsp:cNvPr id="0" name=""/>
        <dsp:cNvSpPr/>
      </dsp:nvSpPr>
      <dsp:spPr>
        <a:xfrm>
          <a:off x="4979907" y="1697583"/>
          <a:ext cx="650743" cy="29135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13535"/>
              </a:lnTo>
              <a:lnTo>
                <a:pt x="650743" y="291353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65EA2B-90EE-435A-91E9-6293A6E6CE5E}">
      <dsp:nvSpPr>
        <dsp:cNvPr id="0" name=""/>
        <dsp:cNvSpPr/>
      </dsp:nvSpPr>
      <dsp:spPr>
        <a:xfrm>
          <a:off x="4979907" y="1697583"/>
          <a:ext cx="650743" cy="22866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86684"/>
              </a:lnTo>
              <a:lnTo>
                <a:pt x="650743" y="228668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15754C-A0A7-429F-946B-7590AE8E3A97}">
      <dsp:nvSpPr>
        <dsp:cNvPr id="0" name=""/>
        <dsp:cNvSpPr/>
      </dsp:nvSpPr>
      <dsp:spPr>
        <a:xfrm>
          <a:off x="4979907" y="1697583"/>
          <a:ext cx="650743" cy="16598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59832"/>
              </a:lnTo>
              <a:lnTo>
                <a:pt x="650743" y="165983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B402E0-DA91-425A-B9E0-CB43E7A94163}">
      <dsp:nvSpPr>
        <dsp:cNvPr id="0" name=""/>
        <dsp:cNvSpPr/>
      </dsp:nvSpPr>
      <dsp:spPr>
        <a:xfrm>
          <a:off x="4979907" y="1697583"/>
          <a:ext cx="650743" cy="10329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32980"/>
              </a:lnTo>
              <a:lnTo>
                <a:pt x="650743" y="103298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082916-9827-4C44-9F32-295B2AD40F12}">
      <dsp:nvSpPr>
        <dsp:cNvPr id="0" name=""/>
        <dsp:cNvSpPr/>
      </dsp:nvSpPr>
      <dsp:spPr>
        <a:xfrm>
          <a:off x="4979907" y="1697583"/>
          <a:ext cx="650743" cy="4061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6129"/>
              </a:lnTo>
              <a:lnTo>
                <a:pt x="650743" y="40612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8B6F14-64E1-4A4B-B4AA-12CE894B39E3}">
      <dsp:nvSpPr>
        <dsp:cNvPr id="0" name=""/>
        <dsp:cNvSpPr/>
      </dsp:nvSpPr>
      <dsp:spPr>
        <a:xfrm>
          <a:off x="4453374" y="1070731"/>
          <a:ext cx="2261848" cy="1854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2703"/>
              </a:lnTo>
              <a:lnTo>
                <a:pt x="2261848" y="92703"/>
              </a:lnTo>
              <a:lnTo>
                <a:pt x="2261848" y="18540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D34F46-2BBA-4978-9636-0C07A03E371D}">
      <dsp:nvSpPr>
        <dsp:cNvPr id="0" name=""/>
        <dsp:cNvSpPr/>
      </dsp:nvSpPr>
      <dsp:spPr>
        <a:xfrm>
          <a:off x="456210" y="1697583"/>
          <a:ext cx="650743" cy="35403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40387"/>
              </a:lnTo>
              <a:lnTo>
                <a:pt x="650743" y="354038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292FF1-18F0-43D2-90C6-91E974B93DB6}">
      <dsp:nvSpPr>
        <dsp:cNvPr id="0" name=""/>
        <dsp:cNvSpPr/>
      </dsp:nvSpPr>
      <dsp:spPr>
        <a:xfrm>
          <a:off x="456210" y="1697583"/>
          <a:ext cx="650743" cy="29135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13535"/>
              </a:lnTo>
              <a:lnTo>
                <a:pt x="650743" y="291353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8AF5DA-76B0-4D38-BED6-6BCBDC2AA616}">
      <dsp:nvSpPr>
        <dsp:cNvPr id="0" name=""/>
        <dsp:cNvSpPr/>
      </dsp:nvSpPr>
      <dsp:spPr>
        <a:xfrm>
          <a:off x="456210" y="1697583"/>
          <a:ext cx="650743" cy="22866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86684"/>
              </a:lnTo>
              <a:lnTo>
                <a:pt x="650743" y="228668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3A56C2-4DBE-43E1-98B5-6F5B5532E6E7}">
      <dsp:nvSpPr>
        <dsp:cNvPr id="0" name=""/>
        <dsp:cNvSpPr/>
      </dsp:nvSpPr>
      <dsp:spPr>
        <a:xfrm>
          <a:off x="456210" y="1697583"/>
          <a:ext cx="650743" cy="16598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59832"/>
              </a:lnTo>
              <a:lnTo>
                <a:pt x="650743" y="165983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7869E5-9AD9-4DEF-AD0C-3BCDDE38B1D0}">
      <dsp:nvSpPr>
        <dsp:cNvPr id="0" name=""/>
        <dsp:cNvSpPr/>
      </dsp:nvSpPr>
      <dsp:spPr>
        <a:xfrm>
          <a:off x="456210" y="1697583"/>
          <a:ext cx="650743" cy="10329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32980"/>
              </a:lnTo>
              <a:lnTo>
                <a:pt x="650743" y="103298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F3BE35-9A33-49B1-A8E1-FDA89AC9EC77}">
      <dsp:nvSpPr>
        <dsp:cNvPr id="0" name=""/>
        <dsp:cNvSpPr/>
      </dsp:nvSpPr>
      <dsp:spPr>
        <a:xfrm>
          <a:off x="456210" y="1697583"/>
          <a:ext cx="650743" cy="4061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6129"/>
              </a:lnTo>
              <a:lnTo>
                <a:pt x="650743" y="40612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9C7584-C50C-4995-B1A1-E60EC042AACB}">
      <dsp:nvSpPr>
        <dsp:cNvPr id="0" name=""/>
        <dsp:cNvSpPr/>
      </dsp:nvSpPr>
      <dsp:spPr>
        <a:xfrm>
          <a:off x="2191526" y="1070731"/>
          <a:ext cx="2261848" cy="185406"/>
        </a:xfrm>
        <a:custGeom>
          <a:avLst/>
          <a:gdLst/>
          <a:ahLst/>
          <a:cxnLst/>
          <a:rect l="0" t="0" r="0" b="0"/>
          <a:pathLst>
            <a:path>
              <a:moveTo>
                <a:pt x="2261848" y="0"/>
              </a:moveTo>
              <a:lnTo>
                <a:pt x="2261848" y="92703"/>
              </a:lnTo>
              <a:lnTo>
                <a:pt x="0" y="92703"/>
              </a:lnTo>
              <a:lnTo>
                <a:pt x="0" y="18540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2931CE-60B9-4693-B358-AF70FC42340B}">
      <dsp:nvSpPr>
        <dsp:cNvPr id="0" name=""/>
        <dsp:cNvSpPr/>
      </dsp:nvSpPr>
      <dsp:spPr>
        <a:xfrm>
          <a:off x="4407654" y="443879"/>
          <a:ext cx="91440" cy="18540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8540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F31190-85ED-44D5-8184-2622533F4DB4}">
      <dsp:nvSpPr>
        <dsp:cNvPr id="0" name=""/>
        <dsp:cNvSpPr/>
      </dsp:nvSpPr>
      <dsp:spPr>
        <a:xfrm>
          <a:off x="4011930" y="2434"/>
          <a:ext cx="882889" cy="4414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/>
            <a:t>开机</a:t>
          </a:r>
        </a:p>
      </dsp:txBody>
      <dsp:txXfrm>
        <a:off x="4011930" y="2434"/>
        <a:ext cx="882889" cy="441444"/>
      </dsp:txXfrm>
    </dsp:sp>
    <dsp:sp modelId="{F049C1E8-6E51-4CAE-B72D-FC7BB6D45B27}">
      <dsp:nvSpPr>
        <dsp:cNvPr id="0" name=""/>
        <dsp:cNvSpPr/>
      </dsp:nvSpPr>
      <dsp:spPr>
        <a:xfrm>
          <a:off x="3236483" y="629286"/>
          <a:ext cx="2433782" cy="4414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/>
            <a:t>运行模式选择</a:t>
          </a:r>
        </a:p>
      </dsp:txBody>
      <dsp:txXfrm>
        <a:off x="3236483" y="629286"/>
        <a:ext cx="2433782" cy="441444"/>
      </dsp:txXfrm>
    </dsp:sp>
    <dsp:sp modelId="{4B73AA01-DBED-4AA7-9885-30CB3FFBC33E}">
      <dsp:nvSpPr>
        <dsp:cNvPr id="0" name=""/>
        <dsp:cNvSpPr/>
      </dsp:nvSpPr>
      <dsp:spPr>
        <a:xfrm>
          <a:off x="22381" y="1256138"/>
          <a:ext cx="4338290" cy="4414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/>
            <a:t>环境建图与巡检点位标定模式</a:t>
          </a:r>
        </a:p>
      </dsp:txBody>
      <dsp:txXfrm>
        <a:off x="22381" y="1256138"/>
        <a:ext cx="4338290" cy="441444"/>
      </dsp:txXfrm>
    </dsp:sp>
    <dsp:sp modelId="{FBA0A0AE-BD3A-4799-8802-E4B4EC19EAB0}">
      <dsp:nvSpPr>
        <dsp:cNvPr id="0" name=""/>
        <dsp:cNvSpPr/>
      </dsp:nvSpPr>
      <dsp:spPr>
        <a:xfrm>
          <a:off x="1106953" y="1882990"/>
          <a:ext cx="4338290" cy="4414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1</a:t>
          </a:r>
          <a:r>
            <a:rPr lang="zh-CN" sz="1400" kern="1200" dirty="0"/>
            <a:t>、操作机器人在巡检区域内移动，完成建图</a:t>
          </a:r>
        </a:p>
      </dsp:txBody>
      <dsp:txXfrm>
        <a:off x="1106953" y="1882990"/>
        <a:ext cx="4338290" cy="441444"/>
      </dsp:txXfrm>
    </dsp:sp>
    <dsp:sp modelId="{989668CF-2E97-429C-AAE8-98146E6DF0A7}">
      <dsp:nvSpPr>
        <dsp:cNvPr id="0" name=""/>
        <dsp:cNvSpPr/>
      </dsp:nvSpPr>
      <dsp:spPr>
        <a:xfrm>
          <a:off x="1106953" y="2509841"/>
          <a:ext cx="4338290" cy="4414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2</a:t>
          </a:r>
          <a:r>
            <a:rPr lang="zh-CN" sz="1400" kern="1200" dirty="0"/>
            <a:t>、操作机器人到达巡检点位，记录巡检点</a:t>
          </a:r>
        </a:p>
      </dsp:txBody>
      <dsp:txXfrm>
        <a:off x="1106953" y="2509841"/>
        <a:ext cx="4338290" cy="441444"/>
      </dsp:txXfrm>
    </dsp:sp>
    <dsp:sp modelId="{B5CF917C-586C-4122-B044-538B39AFA674}">
      <dsp:nvSpPr>
        <dsp:cNvPr id="0" name=""/>
        <dsp:cNvSpPr/>
      </dsp:nvSpPr>
      <dsp:spPr>
        <a:xfrm>
          <a:off x="1106953" y="3136693"/>
          <a:ext cx="4338290" cy="4414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3</a:t>
          </a:r>
          <a:r>
            <a:rPr lang="zh-CN" altLang="en-US" sz="1400" kern="1200" dirty="0"/>
            <a:t>、操作云台对准巡检目标物的方向</a:t>
          </a:r>
          <a:endParaRPr lang="zh-CN" sz="1400" kern="1200" dirty="0"/>
        </a:p>
      </dsp:txBody>
      <dsp:txXfrm>
        <a:off x="1106953" y="3136693"/>
        <a:ext cx="4338290" cy="441444"/>
      </dsp:txXfrm>
    </dsp:sp>
    <dsp:sp modelId="{C731D1B2-EAE1-4DB9-8BDE-CFEA0900CEA8}">
      <dsp:nvSpPr>
        <dsp:cNvPr id="0" name=""/>
        <dsp:cNvSpPr/>
      </dsp:nvSpPr>
      <dsp:spPr>
        <a:xfrm>
          <a:off x="1106953" y="3763545"/>
          <a:ext cx="4338290" cy="4414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4</a:t>
          </a:r>
          <a:r>
            <a:rPr lang="zh-CN" altLang="en-US" sz="1400" kern="1200" dirty="0"/>
            <a:t>、输入并记录目标物的分类</a:t>
          </a:r>
          <a:endParaRPr lang="zh-CN" sz="1400" kern="1200" dirty="0"/>
        </a:p>
      </dsp:txBody>
      <dsp:txXfrm>
        <a:off x="1106953" y="3763545"/>
        <a:ext cx="4338290" cy="441444"/>
      </dsp:txXfrm>
    </dsp:sp>
    <dsp:sp modelId="{E315F767-C4B8-402D-8DF7-76573B6096EE}">
      <dsp:nvSpPr>
        <dsp:cNvPr id="0" name=""/>
        <dsp:cNvSpPr/>
      </dsp:nvSpPr>
      <dsp:spPr>
        <a:xfrm>
          <a:off x="1106953" y="4390396"/>
          <a:ext cx="4338290" cy="4414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5</a:t>
          </a:r>
          <a:r>
            <a:rPr lang="zh-CN" altLang="en-US" sz="1400" kern="1200" dirty="0"/>
            <a:t>、重复步骤</a:t>
          </a:r>
          <a:r>
            <a:rPr lang="en-US" altLang="zh-CN" sz="1400" kern="1200" dirty="0"/>
            <a:t>2~4</a:t>
          </a:r>
          <a:r>
            <a:rPr lang="zh-CN" altLang="en-US" sz="1400" kern="1200" dirty="0"/>
            <a:t>，直到所有待检目标物信息都已记录</a:t>
          </a:r>
          <a:endParaRPr lang="zh-CN" sz="1400" kern="1200" dirty="0"/>
        </a:p>
      </dsp:txBody>
      <dsp:txXfrm>
        <a:off x="1106953" y="4390396"/>
        <a:ext cx="4338290" cy="441444"/>
      </dsp:txXfrm>
    </dsp:sp>
    <dsp:sp modelId="{B261E2FF-116E-43FE-BE0D-98DEB4C01803}">
      <dsp:nvSpPr>
        <dsp:cNvPr id="0" name=""/>
        <dsp:cNvSpPr/>
      </dsp:nvSpPr>
      <dsp:spPr>
        <a:xfrm>
          <a:off x="1106953" y="5017248"/>
          <a:ext cx="4338290" cy="4414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6</a:t>
          </a:r>
          <a:r>
            <a:rPr lang="zh-CN" altLang="en-US" sz="1400" kern="1200" dirty="0"/>
            <a:t>、存储数据，并操作机器人回到起点</a:t>
          </a:r>
          <a:endParaRPr lang="zh-CN" sz="1400" kern="1200" dirty="0"/>
        </a:p>
      </dsp:txBody>
      <dsp:txXfrm>
        <a:off x="1106953" y="5017248"/>
        <a:ext cx="4338290" cy="441444"/>
      </dsp:txXfrm>
    </dsp:sp>
    <dsp:sp modelId="{3F264B1C-DB63-4310-887C-B0B08EC94BD6}">
      <dsp:nvSpPr>
        <dsp:cNvPr id="0" name=""/>
        <dsp:cNvSpPr/>
      </dsp:nvSpPr>
      <dsp:spPr>
        <a:xfrm>
          <a:off x="4546078" y="1256138"/>
          <a:ext cx="4338290" cy="4414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/>
            <a:t>火灾隐患巡检模式</a:t>
          </a:r>
        </a:p>
      </dsp:txBody>
      <dsp:txXfrm>
        <a:off x="4546078" y="1256138"/>
        <a:ext cx="4338290" cy="441444"/>
      </dsp:txXfrm>
    </dsp:sp>
    <dsp:sp modelId="{A69BB345-7368-444B-874D-35AB4E14CCAA}">
      <dsp:nvSpPr>
        <dsp:cNvPr id="0" name=""/>
        <dsp:cNvSpPr/>
      </dsp:nvSpPr>
      <dsp:spPr>
        <a:xfrm>
          <a:off x="5630650" y="1882990"/>
          <a:ext cx="4810089" cy="4414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1</a:t>
          </a:r>
          <a:r>
            <a:rPr lang="zh-CN" sz="1400" kern="1200"/>
            <a:t>、操作机器人移动至巡检起点</a:t>
          </a:r>
        </a:p>
      </dsp:txBody>
      <dsp:txXfrm>
        <a:off x="5630650" y="1882990"/>
        <a:ext cx="4810089" cy="441444"/>
      </dsp:txXfrm>
    </dsp:sp>
    <dsp:sp modelId="{8628921D-6F26-4815-9454-492C44794161}">
      <dsp:nvSpPr>
        <dsp:cNvPr id="0" name=""/>
        <dsp:cNvSpPr/>
      </dsp:nvSpPr>
      <dsp:spPr>
        <a:xfrm>
          <a:off x="5630650" y="2509841"/>
          <a:ext cx="4810089" cy="4414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2</a:t>
          </a:r>
          <a:r>
            <a:rPr lang="zh-CN" sz="1400" kern="1200"/>
            <a:t>、选择已经建立的地图</a:t>
          </a:r>
        </a:p>
      </dsp:txBody>
      <dsp:txXfrm>
        <a:off x="5630650" y="2509841"/>
        <a:ext cx="4810089" cy="441444"/>
      </dsp:txXfrm>
    </dsp:sp>
    <dsp:sp modelId="{EDD16D01-3A5A-49AD-A8EF-8946B3672DC0}">
      <dsp:nvSpPr>
        <dsp:cNvPr id="0" name=""/>
        <dsp:cNvSpPr/>
      </dsp:nvSpPr>
      <dsp:spPr>
        <a:xfrm>
          <a:off x="5630650" y="3136693"/>
          <a:ext cx="4810089" cy="4414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3</a:t>
          </a:r>
          <a:r>
            <a:rPr lang="zh-CN" sz="1400" kern="1200"/>
            <a:t>、依次自主导航至目标巡检点位，对目标物拍照并存储</a:t>
          </a:r>
        </a:p>
      </dsp:txBody>
      <dsp:txXfrm>
        <a:off x="5630650" y="3136693"/>
        <a:ext cx="4810089" cy="441444"/>
      </dsp:txXfrm>
    </dsp:sp>
    <dsp:sp modelId="{F2430A4D-B77A-4044-8C40-98BA302B9D90}">
      <dsp:nvSpPr>
        <dsp:cNvPr id="0" name=""/>
        <dsp:cNvSpPr/>
      </dsp:nvSpPr>
      <dsp:spPr>
        <a:xfrm>
          <a:off x="5630650" y="3763545"/>
          <a:ext cx="4810089" cy="4414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4</a:t>
          </a:r>
          <a:r>
            <a:rPr lang="zh-CN" sz="1400" kern="1200" dirty="0"/>
            <a:t>、移动过程中实时读取热成像相机、烟雾传感器数据</a:t>
          </a:r>
        </a:p>
      </dsp:txBody>
      <dsp:txXfrm>
        <a:off x="5630650" y="3763545"/>
        <a:ext cx="4810089" cy="441444"/>
      </dsp:txXfrm>
    </dsp:sp>
    <dsp:sp modelId="{CB4AB4D6-F7C9-423D-A96C-B5310ACB5450}">
      <dsp:nvSpPr>
        <dsp:cNvPr id="0" name=""/>
        <dsp:cNvSpPr/>
      </dsp:nvSpPr>
      <dsp:spPr>
        <a:xfrm>
          <a:off x="5630650" y="4390396"/>
          <a:ext cx="4810089" cy="4414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5</a:t>
          </a:r>
          <a:r>
            <a:rPr lang="zh-CN" sz="1400" kern="1200" dirty="0"/>
            <a:t>、若检测到火灾，则上报信息并启动灭火程序</a:t>
          </a:r>
        </a:p>
      </dsp:txBody>
      <dsp:txXfrm>
        <a:off x="5630650" y="4390396"/>
        <a:ext cx="4810089" cy="441444"/>
      </dsp:txXfrm>
    </dsp:sp>
    <dsp:sp modelId="{62F8C559-260F-444D-8C45-DB05736EAC08}">
      <dsp:nvSpPr>
        <dsp:cNvPr id="0" name=""/>
        <dsp:cNvSpPr/>
      </dsp:nvSpPr>
      <dsp:spPr>
        <a:xfrm>
          <a:off x="5630650" y="5017248"/>
          <a:ext cx="4810089" cy="4414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6</a:t>
          </a:r>
          <a:r>
            <a:rPr lang="zh-CN" sz="1400" kern="1200" dirty="0"/>
            <a:t>、待本次目标物拍照结束，自动返回至起点</a:t>
          </a:r>
        </a:p>
      </dsp:txBody>
      <dsp:txXfrm>
        <a:off x="5630650" y="5017248"/>
        <a:ext cx="4810089" cy="441444"/>
      </dsp:txXfrm>
    </dsp:sp>
    <dsp:sp modelId="{C4422F4D-D8E3-4E23-9B8A-14E98BE92298}">
      <dsp:nvSpPr>
        <dsp:cNvPr id="0" name=""/>
        <dsp:cNvSpPr/>
      </dsp:nvSpPr>
      <dsp:spPr>
        <a:xfrm>
          <a:off x="5630650" y="5644100"/>
          <a:ext cx="4810089" cy="4414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7</a:t>
          </a:r>
          <a:r>
            <a:rPr lang="zh-CN" sz="1400" kern="1200" dirty="0"/>
            <a:t>、对目标点位的照片进行识别判断，生成报送信息并上传</a:t>
          </a:r>
        </a:p>
      </dsp:txBody>
      <dsp:txXfrm>
        <a:off x="5630650" y="5644100"/>
        <a:ext cx="4810089" cy="4414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DCA6B1-3C13-4810-B94B-A9E19E77D3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9B23B36-87EE-4E38-8D5A-58F0814865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2C0370-81AA-4B11-BA3B-047562CAA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8E8B-937D-4147-9144-130A37391AAB}" type="datetimeFigureOut">
              <a:rPr lang="zh-CN" altLang="en-US" smtClean="0"/>
              <a:t>2025-12-22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CDA49A-6351-42DC-86D4-C78D7EA91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B5D69D-9CDC-407A-A175-22B6F39ED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CF9DE-79FB-4B88-BE1E-58C2149AD9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101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5C10EF-9DFC-4A9D-BF15-C66746B11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8E00CB-4484-415B-9077-1BF806CFD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280BA8-56FB-431E-9F68-833D61BCF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8E8B-937D-4147-9144-130A37391AAB}" type="datetimeFigureOut">
              <a:rPr lang="zh-CN" altLang="en-US" smtClean="0"/>
              <a:t>2025-12-22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115D20-EBAA-4D93-97D7-F9547F785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A53CB9-7A6B-47A4-B0A8-C0EE72443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CF9DE-79FB-4B88-BE1E-58C2149AD9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986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EE95DD-F8F8-4F67-8797-6CFBB3CBF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797BC6-EC57-44F5-A7D0-308450E35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0C0D76-38A6-4215-B63E-166897BE5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8E8B-937D-4147-9144-130A37391AAB}" type="datetimeFigureOut">
              <a:rPr lang="zh-CN" altLang="en-US" smtClean="0"/>
              <a:t>2025-12-22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A4A538-9DF3-458A-B3FA-AE417C84B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68116C-0421-4D52-988D-BF707D7F2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CF9DE-79FB-4B88-BE1E-58C2149AD9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2374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D581D7-ACEC-43E3-B3EA-EEFF64DBA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FBB214-3361-4606-9D18-0256F48298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2EC43A1-B322-42D2-97D7-557C5A7549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E67FE8-76EE-4DAD-9B32-3714C8F44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8E8B-937D-4147-9144-130A37391AAB}" type="datetimeFigureOut">
              <a:rPr lang="zh-CN" altLang="en-US" smtClean="0"/>
              <a:t>2025-12-22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C3EE8B-6D9A-4D91-AC48-DC9CD2CC4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4C29FC-D7BC-49D7-8E10-F6E37A56F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CF9DE-79FB-4B88-BE1E-58C2149AD9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634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8B9BC3-F8B3-47AD-A1C5-DFC8BE1F5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478D06-A28F-49F7-A7BB-1F2A8B65A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BC46EBC-239D-4065-960B-AF153FD2D1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DA0C675-A8FC-4B57-94D6-D01F13675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55AA0B9-3741-433F-96F7-FCB01CA34E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FDF06EB-AB6A-4390-9330-89EAAD757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8E8B-937D-4147-9144-130A37391AAB}" type="datetimeFigureOut">
              <a:rPr lang="zh-CN" altLang="en-US" smtClean="0"/>
              <a:t>2025-12-22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AAA2350-EF84-45AD-8472-22A14432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0A5CF60-E517-4CB2-8B9D-227A9D430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CF9DE-79FB-4B88-BE1E-58C2149AD9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3332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5C6853-C644-4A25-92C4-D46349625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597AA59-2413-4236-ACDD-AB6449D8E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8E8B-937D-4147-9144-130A37391AAB}" type="datetimeFigureOut">
              <a:rPr lang="zh-CN" altLang="en-US" smtClean="0"/>
              <a:t>2025-12-22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3D89D48-E00C-42D5-8609-F9DE5C78B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2F06E52-E9CE-4D1F-A8EF-CA8FBBB45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CF9DE-79FB-4B88-BE1E-58C2149AD9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46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E931178-5F13-4419-A3EE-9459C58E3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8E8B-937D-4147-9144-130A37391AAB}" type="datetimeFigureOut">
              <a:rPr lang="zh-CN" altLang="en-US" smtClean="0"/>
              <a:t>2025-12-22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FC13391-986F-4EBE-B2E1-F3F401C8C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91A4A6-1292-41E1-BA4B-4B85F1C7F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CF9DE-79FB-4B88-BE1E-58C2149AD9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6511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E4FC32-3C3F-4B61-BAD1-491880014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C4BD62-C4FD-444A-B0D0-1F06A3B3D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46C8E13-7EC7-4183-B714-D80A25D2E7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F1840B-D261-43D0-9DE1-4F437E379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8E8B-937D-4147-9144-130A37391AAB}" type="datetimeFigureOut">
              <a:rPr lang="zh-CN" altLang="en-US" smtClean="0"/>
              <a:t>2025-12-22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197000-C5A8-483D-B77F-BE1493EB7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4C5832-E5E9-4809-AFED-5F11E1D96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CF9DE-79FB-4B88-BE1E-58C2149AD9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149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134AEE-3F1D-44C2-8755-3FA35CE3A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AC0E168-9D94-4330-9C58-1352C76166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C4B3D76-0048-4143-BB57-775D55B61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EF1F8F-647D-444E-B2EA-63FA688F8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8E8B-937D-4147-9144-130A37391AAB}" type="datetimeFigureOut">
              <a:rPr lang="zh-CN" altLang="en-US" smtClean="0"/>
              <a:t>2025-12-22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DD2728-9175-4276-AC63-A3236B8AC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2EA635-7BB0-42F2-A129-BEF2C10AD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CF9DE-79FB-4B88-BE1E-58C2149AD9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338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B94D85-F496-4823-92D9-A54A42B0C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5D1FA30-D7B7-4108-AF81-403D6A60D1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B12960-EFB1-4F8C-823E-B38FB8CF9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8E8B-937D-4147-9144-130A37391AAB}" type="datetimeFigureOut">
              <a:rPr lang="zh-CN" altLang="en-US" smtClean="0"/>
              <a:t>2025-12-22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49DDFB-6836-4BD9-AB0A-916D894BC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48FAE1-C8CB-4DE6-B681-D82C52483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CF9DE-79FB-4B88-BE1E-58C2149AD9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478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67BDC18-2A0D-487F-AAA4-CDCAEE810C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C474E6B-379D-4C07-8496-15D87DAA3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8440EE-D14E-4BBD-83B6-6E6A02562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8E8B-937D-4147-9144-130A37391AAB}" type="datetimeFigureOut">
              <a:rPr lang="zh-CN" altLang="en-US" smtClean="0"/>
              <a:t>2025-12-22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61118B-B95D-4F67-AF34-528F10462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B78D00-1D7A-457D-B34E-0B16C007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CF9DE-79FB-4B88-BE1E-58C2149AD9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818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AB3C0C-0E0D-4108-9989-232D779A5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52E56F-6B8B-48A3-B16B-77B1F9D25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13EEDA-9230-47F9-9E70-EC8E962F11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928E8B-937D-4147-9144-130A37391AAB}" type="datetimeFigureOut">
              <a:rPr lang="zh-CN" altLang="en-US" smtClean="0"/>
              <a:t>2025-12-22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D6870D-C20F-49D7-A170-F45504FF3B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3ECF94-020E-4897-A672-F21BDE5B39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1CF9DE-79FB-4B88-BE1E-58C2149AD9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1196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284E7C-57C3-45D8-B770-D239BEBD81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EEEF256-C228-4E57-9796-CCAFAA9734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7339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6978052-C964-4B55-8DF3-62BE9DE4FA73}"/>
              </a:ext>
            </a:extLst>
          </p:cNvPr>
          <p:cNvSpPr/>
          <p:nvPr/>
        </p:nvSpPr>
        <p:spPr>
          <a:xfrm>
            <a:off x="4239491" y="1237712"/>
            <a:ext cx="1258785" cy="8274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Jetson</a:t>
            </a:r>
          </a:p>
          <a:p>
            <a:pPr algn="ctr"/>
            <a:r>
              <a:rPr lang="en-US" altLang="zh-CN" dirty="0"/>
              <a:t>AGX</a:t>
            </a:r>
          </a:p>
          <a:p>
            <a:pPr algn="ctr"/>
            <a:r>
              <a:rPr lang="en-US" altLang="zh-CN" dirty="0"/>
              <a:t>Orin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3662F91-EF9A-4A73-9EE7-4601415679BC}"/>
              </a:ext>
            </a:extLst>
          </p:cNvPr>
          <p:cNvSpPr/>
          <p:nvPr/>
        </p:nvSpPr>
        <p:spPr>
          <a:xfrm>
            <a:off x="6327567" y="752453"/>
            <a:ext cx="1320141" cy="3421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深度相机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D2652F-4D4F-4F50-B393-8AD7DA5453E4}"/>
              </a:ext>
            </a:extLst>
          </p:cNvPr>
          <p:cNvSpPr/>
          <p:nvPr/>
        </p:nvSpPr>
        <p:spPr>
          <a:xfrm>
            <a:off x="6327566" y="1237712"/>
            <a:ext cx="1320141" cy="3421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深度相机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04F6C17-6605-4175-841D-E90D5EAEBC10}"/>
              </a:ext>
            </a:extLst>
          </p:cNvPr>
          <p:cNvSpPr/>
          <p:nvPr/>
        </p:nvSpPr>
        <p:spPr>
          <a:xfrm>
            <a:off x="6327565" y="1722971"/>
            <a:ext cx="1320141" cy="3421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宇树雷达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BBF7A2C-19F0-4A24-B2BE-C80F8E3820C4}"/>
              </a:ext>
            </a:extLst>
          </p:cNvPr>
          <p:cNvSpPr/>
          <p:nvPr/>
        </p:nvSpPr>
        <p:spPr>
          <a:xfrm>
            <a:off x="6327564" y="2208230"/>
            <a:ext cx="1320141" cy="3421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宇树雷达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853BD7-4B84-4F04-8597-C4647B0D8DC8}"/>
              </a:ext>
            </a:extLst>
          </p:cNvPr>
          <p:cNvSpPr/>
          <p:nvPr/>
        </p:nvSpPr>
        <p:spPr>
          <a:xfrm>
            <a:off x="6323610" y="3250283"/>
            <a:ext cx="1320140" cy="3421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云台舵机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1DCED41-739D-4B03-9481-0EFE05E19A00}"/>
              </a:ext>
            </a:extLst>
          </p:cNvPr>
          <p:cNvSpPr/>
          <p:nvPr/>
        </p:nvSpPr>
        <p:spPr>
          <a:xfrm>
            <a:off x="6323609" y="3735543"/>
            <a:ext cx="1320140" cy="3421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云台舵机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076E9AC-72DD-404B-BC81-8DF5460383CD}"/>
              </a:ext>
            </a:extLst>
          </p:cNvPr>
          <p:cNvSpPr/>
          <p:nvPr/>
        </p:nvSpPr>
        <p:spPr>
          <a:xfrm>
            <a:off x="4239491" y="2765024"/>
            <a:ext cx="1258785" cy="8274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ESP32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A763303-A031-4C9F-BE0F-E1EE1FB020BF}"/>
              </a:ext>
            </a:extLst>
          </p:cNvPr>
          <p:cNvSpPr/>
          <p:nvPr/>
        </p:nvSpPr>
        <p:spPr>
          <a:xfrm>
            <a:off x="6323608" y="2692715"/>
            <a:ext cx="1320141" cy="3421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检测相机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2D3B77A-7D16-424B-A5BF-1AD25EC2F97C}"/>
              </a:ext>
            </a:extLst>
          </p:cNvPr>
          <p:cNvSpPr/>
          <p:nvPr/>
        </p:nvSpPr>
        <p:spPr>
          <a:xfrm>
            <a:off x="2242457" y="2765024"/>
            <a:ext cx="1258785" cy="8274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遥控器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B34C991-1DC3-44E5-941A-AC745468E57D}"/>
              </a:ext>
            </a:extLst>
          </p:cNvPr>
          <p:cNvSpPr/>
          <p:nvPr/>
        </p:nvSpPr>
        <p:spPr>
          <a:xfrm>
            <a:off x="2242457" y="1237712"/>
            <a:ext cx="1258785" cy="8274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机器人</a:t>
            </a:r>
            <a:endParaRPr lang="en-US" altLang="zh-CN" dirty="0"/>
          </a:p>
          <a:p>
            <a:pPr algn="ctr"/>
            <a:r>
              <a:rPr lang="zh-CN" altLang="en-US" dirty="0"/>
              <a:t>显示器</a:t>
            </a:r>
          </a:p>
        </p:txBody>
      </p: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AC4C1079-4833-46C2-985E-D06EB63DE32D}"/>
              </a:ext>
            </a:extLst>
          </p:cNvPr>
          <p:cNvCxnSpPr>
            <a:cxnSpLocks/>
            <a:stCxn id="12" idx="1"/>
            <a:endCxn id="4" idx="3"/>
          </p:cNvCxnSpPr>
          <p:nvPr/>
        </p:nvCxnSpPr>
        <p:spPr>
          <a:xfrm rot="10800000">
            <a:off x="5498276" y="1651436"/>
            <a:ext cx="825332" cy="121237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106D2A35-4360-4B6A-8F35-164A90D188B6}"/>
              </a:ext>
            </a:extLst>
          </p:cNvPr>
          <p:cNvCxnSpPr>
            <a:cxnSpLocks/>
            <a:stCxn id="5" idx="1"/>
            <a:endCxn id="4" idx="3"/>
          </p:cNvCxnSpPr>
          <p:nvPr/>
        </p:nvCxnSpPr>
        <p:spPr>
          <a:xfrm rot="10800000" flipV="1">
            <a:off x="5498277" y="923548"/>
            <a:ext cx="829291" cy="72788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DB04D9A1-9A97-4123-99FD-FEE3786683D9}"/>
              </a:ext>
            </a:extLst>
          </p:cNvPr>
          <p:cNvCxnSpPr>
            <a:cxnSpLocks/>
            <a:stCxn id="6" idx="1"/>
            <a:endCxn id="4" idx="3"/>
          </p:cNvCxnSpPr>
          <p:nvPr/>
        </p:nvCxnSpPr>
        <p:spPr>
          <a:xfrm rot="10800000" flipV="1">
            <a:off x="5498276" y="1408807"/>
            <a:ext cx="829290" cy="24263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25905861-7955-49DC-B80D-9A1B42B72BA3}"/>
              </a:ext>
            </a:extLst>
          </p:cNvPr>
          <p:cNvCxnSpPr>
            <a:cxnSpLocks/>
            <a:stCxn id="7" idx="1"/>
            <a:endCxn id="4" idx="3"/>
          </p:cNvCxnSpPr>
          <p:nvPr/>
        </p:nvCxnSpPr>
        <p:spPr>
          <a:xfrm rot="10800000">
            <a:off x="5498277" y="1651436"/>
            <a:ext cx="829289" cy="24263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连接符: 肘形 27">
            <a:extLst>
              <a:ext uri="{FF2B5EF4-FFF2-40B4-BE49-F238E27FC236}">
                <a16:creationId xmlns:a16="http://schemas.microsoft.com/office/drawing/2014/main" id="{1FD82BFA-BF7C-4FEC-9605-FAC5DF65C4D4}"/>
              </a:ext>
            </a:extLst>
          </p:cNvPr>
          <p:cNvCxnSpPr>
            <a:cxnSpLocks/>
            <a:stCxn id="8" idx="1"/>
            <a:endCxn id="4" idx="3"/>
          </p:cNvCxnSpPr>
          <p:nvPr/>
        </p:nvCxnSpPr>
        <p:spPr>
          <a:xfrm rot="10800000">
            <a:off x="5498276" y="1651436"/>
            <a:ext cx="829288" cy="72788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F20AE23C-1421-44D3-ACFA-49ABAB931DEE}"/>
              </a:ext>
            </a:extLst>
          </p:cNvPr>
          <p:cNvCxnSpPr>
            <a:stCxn id="4" idx="2"/>
            <a:endCxn id="11" idx="0"/>
          </p:cNvCxnSpPr>
          <p:nvPr/>
        </p:nvCxnSpPr>
        <p:spPr>
          <a:xfrm>
            <a:off x="4868884" y="2065160"/>
            <a:ext cx="0" cy="69986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1BDD1B6E-46A0-41E9-8BE1-59E9D03E0FE1}"/>
              </a:ext>
            </a:extLst>
          </p:cNvPr>
          <p:cNvCxnSpPr>
            <a:stCxn id="11" idx="3"/>
            <a:endCxn id="9" idx="1"/>
          </p:cNvCxnSpPr>
          <p:nvPr/>
        </p:nvCxnSpPr>
        <p:spPr>
          <a:xfrm>
            <a:off x="5498276" y="3178748"/>
            <a:ext cx="825334" cy="24263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6683AF2D-BAC7-4E1A-BC52-0361759DBBA2}"/>
              </a:ext>
            </a:extLst>
          </p:cNvPr>
          <p:cNvCxnSpPr>
            <a:cxnSpLocks/>
            <a:stCxn id="11" idx="3"/>
            <a:endCxn id="10" idx="1"/>
          </p:cNvCxnSpPr>
          <p:nvPr/>
        </p:nvCxnSpPr>
        <p:spPr>
          <a:xfrm>
            <a:off x="5498276" y="3178748"/>
            <a:ext cx="825333" cy="72789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1CCFA586-E2F7-418E-B981-2DD686E389E4}"/>
              </a:ext>
            </a:extLst>
          </p:cNvPr>
          <p:cNvCxnSpPr>
            <a:stCxn id="13" idx="3"/>
            <a:endCxn id="11" idx="1"/>
          </p:cNvCxnSpPr>
          <p:nvPr/>
        </p:nvCxnSpPr>
        <p:spPr>
          <a:xfrm>
            <a:off x="3501242" y="3178749"/>
            <a:ext cx="7382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696A1CDC-31C1-45F6-9C82-30126DB85432}"/>
              </a:ext>
            </a:extLst>
          </p:cNvPr>
          <p:cNvCxnSpPr>
            <a:cxnSpLocks/>
            <a:stCxn id="4" idx="1"/>
            <a:endCxn id="16" idx="3"/>
          </p:cNvCxnSpPr>
          <p:nvPr/>
        </p:nvCxnSpPr>
        <p:spPr>
          <a:xfrm flipH="1">
            <a:off x="3501242" y="1651436"/>
            <a:ext cx="7382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>
            <a:extLst>
              <a:ext uri="{FF2B5EF4-FFF2-40B4-BE49-F238E27FC236}">
                <a16:creationId xmlns:a16="http://schemas.microsoft.com/office/drawing/2014/main" id="{66398989-AB35-4242-A30A-0C7C98DE5FCE}"/>
              </a:ext>
            </a:extLst>
          </p:cNvPr>
          <p:cNvSpPr/>
          <p:nvPr/>
        </p:nvSpPr>
        <p:spPr>
          <a:xfrm>
            <a:off x="6323609" y="4220802"/>
            <a:ext cx="1320140" cy="3421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消防电机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13DA73F9-1EF9-488B-8313-EFA4C737E206}"/>
              </a:ext>
            </a:extLst>
          </p:cNvPr>
          <p:cNvSpPr/>
          <p:nvPr/>
        </p:nvSpPr>
        <p:spPr>
          <a:xfrm>
            <a:off x="6323608" y="4706061"/>
            <a:ext cx="1320140" cy="3421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消防电机</a:t>
            </a:r>
            <a:r>
              <a:rPr lang="en-US" altLang="zh-CN" dirty="0"/>
              <a:t>2</a:t>
            </a:r>
            <a:endParaRPr lang="zh-CN" altLang="en-US" dirty="0"/>
          </a:p>
        </p:txBody>
      </p:sp>
      <p:cxnSp>
        <p:nvCxnSpPr>
          <p:cNvPr id="50" name="连接符: 肘形 49">
            <a:extLst>
              <a:ext uri="{FF2B5EF4-FFF2-40B4-BE49-F238E27FC236}">
                <a16:creationId xmlns:a16="http://schemas.microsoft.com/office/drawing/2014/main" id="{7234ED29-97FC-4D53-A93A-63879F25C4E7}"/>
              </a:ext>
            </a:extLst>
          </p:cNvPr>
          <p:cNvCxnSpPr>
            <a:cxnSpLocks/>
            <a:stCxn id="11" idx="3"/>
            <a:endCxn id="47" idx="1"/>
          </p:cNvCxnSpPr>
          <p:nvPr/>
        </p:nvCxnSpPr>
        <p:spPr>
          <a:xfrm>
            <a:off x="5498276" y="3178748"/>
            <a:ext cx="825333" cy="121314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连接符: 肘形 52">
            <a:extLst>
              <a:ext uri="{FF2B5EF4-FFF2-40B4-BE49-F238E27FC236}">
                <a16:creationId xmlns:a16="http://schemas.microsoft.com/office/drawing/2014/main" id="{8CEBD5B3-49B2-4CD3-8BA4-C47F10FFC559}"/>
              </a:ext>
            </a:extLst>
          </p:cNvPr>
          <p:cNvCxnSpPr>
            <a:cxnSpLocks/>
            <a:stCxn id="11" idx="3"/>
            <a:endCxn id="48" idx="1"/>
          </p:cNvCxnSpPr>
          <p:nvPr/>
        </p:nvCxnSpPr>
        <p:spPr>
          <a:xfrm>
            <a:off x="5498276" y="3178748"/>
            <a:ext cx="825332" cy="16984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69DCB004-61DA-4B33-96FE-16B7339FC04C}"/>
              </a:ext>
            </a:extLst>
          </p:cNvPr>
          <p:cNvSpPr/>
          <p:nvPr/>
        </p:nvSpPr>
        <p:spPr>
          <a:xfrm>
            <a:off x="6323608" y="263060"/>
            <a:ext cx="1320140" cy="3421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热成像</a:t>
            </a:r>
          </a:p>
        </p:txBody>
      </p:sp>
      <p:cxnSp>
        <p:nvCxnSpPr>
          <p:cNvPr id="60" name="连接符: 肘形 59">
            <a:extLst>
              <a:ext uri="{FF2B5EF4-FFF2-40B4-BE49-F238E27FC236}">
                <a16:creationId xmlns:a16="http://schemas.microsoft.com/office/drawing/2014/main" id="{464630BA-D035-4B77-B186-D754D138F851}"/>
              </a:ext>
            </a:extLst>
          </p:cNvPr>
          <p:cNvCxnSpPr>
            <a:cxnSpLocks/>
            <a:stCxn id="59" idx="1"/>
            <a:endCxn id="4" idx="3"/>
          </p:cNvCxnSpPr>
          <p:nvPr/>
        </p:nvCxnSpPr>
        <p:spPr>
          <a:xfrm rot="10800000" flipV="1">
            <a:off x="5498276" y="434154"/>
            <a:ext cx="825332" cy="121728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>
            <a:extLst>
              <a:ext uri="{FF2B5EF4-FFF2-40B4-BE49-F238E27FC236}">
                <a16:creationId xmlns:a16="http://schemas.microsoft.com/office/drawing/2014/main" id="{8E30A72D-1435-4A78-AE0E-3925F4941A6D}"/>
              </a:ext>
            </a:extLst>
          </p:cNvPr>
          <p:cNvSpPr/>
          <p:nvPr/>
        </p:nvSpPr>
        <p:spPr>
          <a:xfrm>
            <a:off x="2242457" y="4249565"/>
            <a:ext cx="1258785" cy="3421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可燃气体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562677BF-D594-47D3-9C84-2F4EF0B40AA4}"/>
              </a:ext>
            </a:extLst>
          </p:cNvPr>
          <p:cNvSpPr/>
          <p:nvPr/>
        </p:nvSpPr>
        <p:spPr>
          <a:xfrm>
            <a:off x="2252354" y="3792330"/>
            <a:ext cx="1258785" cy="3421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烟雾</a:t>
            </a:r>
          </a:p>
        </p:txBody>
      </p:sp>
      <p:cxnSp>
        <p:nvCxnSpPr>
          <p:cNvPr id="65" name="连接符: 肘形 64">
            <a:extLst>
              <a:ext uri="{FF2B5EF4-FFF2-40B4-BE49-F238E27FC236}">
                <a16:creationId xmlns:a16="http://schemas.microsoft.com/office/drawing/2014/main" id="{EAE56751-4B65-4CA2-8639-C7378B182D86}"/>
              </a:ext>
            </a:extLst>
          </p:cNvPr>
          <p:cNvCxnSpPr>
            <a:cxnSpLocks/>
            <a:stCxn id="64" idx="3"/>
            <a:endCxn id="11" idx="2"/>
          </p:cNvCxnSpPr>
          <p:nvPr/>
        </p:nvCxnSpPr>
        <p:spPr>
          <a:xfrm flipV="1">
            <a:off x="3511139" y="3592473"/>
            <a:ext cx="1357745" cy="37095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连接符: 肘形 67">
            <a:extLst>
              <a:ext uri="{FF2B5EF4-FFF2-40B4-BE49-F238E27FC236}">
                <a16:creationId xmlns:a16="http://schemas.microsoft.com/office/drawing/2014/main" id="{523A2B27-D6DB-4812-9AB7-08AF26066687}"/>
              </a:ext>
            </a:extLst>
          </p:cNvPr>
          <p:cNvCxnSpPr>
            <a:cxnSpLocks/>
            <a:stCxn id="63" idx="3"/>
            <a:endCxn id="11" idx="2"/>
          </p:cNvCxnSpPr>
          <p:nvPr/>
        </p:nvCxnSpPr>
        <p:spPr>
          <a:xfrm flipV="1">
            <a:off x="3501242" y="3592473"/>
            <a:ext cx="1367642" cy="8281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70">
            <a:extLst>
              <a:ext uri="{FF2B5EF4-FFF2-40B4-BE49-F238E27FC236}">
                <a16:creationId xmlns:a16="http://schemas.microsoft.com/office/drawing/2014/main" id="{E21B98DD-AD02-4FD8-A40D-2423070D6549}"/>
              </a:ext>
            </a:extLst>
          </p:cNvPr>
          <p:cNvSpPr/>
          <p:nvPr/>
        </p:nvSpPr>
        <p:spPr>
          <a:xfrm>
            <a:off x="6323608" y="5680713"/>
            <a:ext cx="1320140" cy="3421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右电机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E421934D-AFF2-4895-ABAB-EC2E19E4E08B}"/>
              </a:ext>
            </a:extLst>
          </p:cNvPr>
          <p:cNvSpPr/>
          <p:nvPr/>
        </p:nvSpPr>
        <p:spPr>
          <a:xfrm>
            <a:off x="6323608" y="5195454"/>
            <a:ext cx="1320140" cy="3421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左电机</a:t>
            </a:r>
          </a:p>
        </p:txBody>
      </p:sp>
      <p:cxnSp>
        <p:nvCxnSpPr>
          <p:cNvPr id="78" name="连接符: 肘形 77">
            <a:extLst>
              <a:ext uri="{FF2B5EF4-FFF2-40B4-BE49-F238E27FC236}">
                <a16:creationId xmlns:a16="http://schemas.microsoft.com/office/drawing/2014/main" id="{AB93FFA3-89FC-4332-AF20-EEB86126FE5E}"/>
              </a:ext>
            </a:extLst>
          </p:cNvPr>
          <p:cNvCxnSpPr>
            <a:cxnSpLocks/>
            <a:stCxn id="11" idx="3"/>
            <a:endCxn id="71" idx="1"/>
          </p:cNvCxnSpPr>
          <p:nvPr/>
        </p:nvCxnSpPr>
        <p:spPr>
          <a:xfrm>
            <a:off x="5498276" y="3178748"/>
            <a:ext cx="825332" cy="26730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连接符: 肘形 81">
            <a:extLst>
              <a:ext uri="{FF2B5EF4-FFF2-40B4-BE49-F238E27FC236}">
                <a16:creationId xmlns:a16="http://schemas.microsoft.com/office/drawing/2014/main" id="{6082DC25-A667-4EAD-A694-FEB9E8C469A4}"/>
              </a:ext>
            </a:extLst>
          </p:cNvPr>
          <p:cNvCxnSpPr>
            <a:cxnSpLocks/>
            <a:stCxn id="11" idx="3"/>
            <a:endCxn id="72" idx="1"/>
          </p:cNvCxnSpPr>
          <p:nvPr/>
        </p:nvCxnSpPr>
        <p:spPr>
          <a:xfrm>
            <a:off x="5498276" y="3178748"/>
            <a:ext cx="825332" cy="21878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>
            <a:extLst>
              <a:ext uri="{FF2B5EF4-FFF2-40B4-BE49-F238E27FC236}">
                <a16:creationId xmlns:a16="http://schemas.microsoft.com/office/drawing/2014/main" id="{5DEC7358-5CC6-4F62-B398-8386084EEAD8}"/>
              </a:ext>
            </a:extLst>
          </p:cNvPr>
          <p:cNvSpPr/>
          <p:nvPr/>
        </p:nvSpPr>
        <p:spPr>
          <a:xfrm>
            <a:off x="2980706" y="5706082"/>
            <a:ext cx="1258785" cy="3421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交换机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D87FFBBF-1DE4-4BE5-BB19-8CB014630C29}"/>
              </a:ext>
            </a:extLst>
          </p:cNvPr>
          <p:cNvSpPr/>
          <p:nvPr/>
        </p:nvSpPr>
        <p:spPr>
          <a:xfrm>
            <a:off x="2990603" y="5248847"/>
            <a:ext cx="1258785" cy="3421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USB hub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11288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6978052-C964-4B55-8DF3-62BE9DE4FA73}"/>
              </a:ext>
            </a:extLst>
          </p:cNvPr>
          <p:cNvSpPr/>
          <p:nvPr/>
        </p:nvSpPr>
        <p:spPr>
          <a:xfrm>
            <a:off x="5056227" y="3988021"/>
            <a:ext cx="1440000" cy="834947"/>
          </a:xfrm>
          <a:prstGeom prst="rect">
            <a:avLst/>
          </a:prstGeom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Jetson</a:t>
            </a:r>
          </a:p>
          <a:p>
            <a:pPr algn="ctr"/>
            <a:r>
              <a:rPr lang="en-US" altLang="zh-CN" dirty="0"/>
              <a:t>AGX Orin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3662F91-EF9A-4A73-9EE7-4601415679BC}"/>
              </a:ext>
            </a:extLst>
          </p:cNvPr>
          <p:cNvSpPr/>
          <p:nvPr/>
        </p:nvSpPr>
        <p:spPr>
          <a:xfrm>
            <a:off x="3156345" y="3990871"/>
            <a:ext cx="1440000" cy="360000"/>
          </a:xfrm>
          <a:prstGeom prst="rect">
            <a:avLst/>
          </a:prstGeom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深度相机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D2652F-4D4F-4F50-B393-8AD7DA5453E4}"/>
              </a:ext>
            </a:extLst>
          </p:cNvPr>
          <p:cNvSpPr/>
          <p:nvPr/>
        </p:nvSpPr>
        <p:spPr>
          <a:xfrm>
            <a:off x="3156344" y="4463407"/>
            <a:ext cx="1440000" cy="360000"/>
          </a:xfrm>
          <a:prstGeom prst="rect">
            <a:avLst/>
          </a:prstGeom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深度相机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04F6C17-6605-4175-841D-E90D5EAEBC10}"/>
              </a:ext>
            </a:extLst>
          </p:cNvPr>
          <p:cNvSpPr/>
          <p:nvPr/>
        </p:nvSpPr>
        <p:spPr>
          <a:xfrm>
            <a:off x="3156343" y="5408479"/>
            <a:ext cx="1440000" cy="360000"/>
          </a:xfrm>
          <a:prstGeom prst="rect">
            <a:avLst/>
          </a:prstGeom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宇树雷达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BBF7A2C-19F0-4A24-B2BE-C80F8E3820C4}"/>
              </a:ext>
            </a:extLst>
          </p:cNvPr>
          <p:cNvSpPr/>
          <p:nvPr/>
        </p:nvSpPr>
        <p:spPr>
          <a:xfrm>
            <a:off x="3156342" y="5881015"/>
            <a:ext cx="1440000" cy="360000"/>
          </a:xfrm>
          <a:prstGeom prst="rect">
            <a:avLst/>
          </a:prstGeom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宇树雷达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A763303-A031-4C9F-BE0F-E1EE1FB020BF}"/>
              </a:ext>
            </a:extLst>
          </p:cNvPr>
          <p:cNvSpPr/>
          <p:nvPr/>
        </p:nvSpPr>
        <p:spPr>
          <a:xfrm>
            <a:off x="3152385" y="6353554"/>
            <a:ext cx="1440000" cy="360000"/>
          </a:xfrm>
          <a:prstGeom prst="rect">
            <a:avLst/>
          </a:prstGeom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网口相机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2D3B77A-7D16-424B-A5BF-1AD25EC2F97C}"/>
              </a:ext>
            </a:extLst>
          </p:cNvPr>
          <p:cNvSpPr/>
          <p:nvPr/>
        </p:nvSpPr>
        <p:spPr>
          <a:xfrm>
            <a:off x="5056227" y="1151271"/>
            <a:ext cx="1440000" cy="360000"/>
          </a:xfrm>
          <a:prstGeom prst="rect">
            <a:avLst/>
          </a:prstGeom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遥控器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B34C991-1DC3-44E5-941A-AC745468E57D}"/>
              </a:ext>
            </a:extLst>
          </p:cNvPr>
          <p:cNvSpPr/>
          <p:nvPr/>
        </p:nvSpPr>
        <p:spPr>
          <a:xfrm>
            <a:off x="5056227" y="5403347"/>
            <a:ext cx="1440000" cy="360001"/>
          </a:xfrm>
          <a:prstGeom prst="rect">
            <a:avLst/>
          </a:prstGeom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显示屏幕</a:t>
            </a:r>
            <a:endParaRPr lang="en-US" altLang="zh-CN" dirty="0"/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F20AE23C-1421-44D3-ACFA-49ABAB931DEE}"/>
              </a:ext>
            </a:extLst>
          </p:cNvPr>
          <p:cNvCxnSpPr>
            <a:cxnSpLocks/>
            <a:stCxn id="89" idx="2"/>
            <a:endCxn id="4" idx="0"/>
          </p:cNvCxnSpPr>
          <p:nvPr/>
        </p:nvCxnSpPr>
        <p:spPr>
          <a:xfrm>
            <a:off x="5776227" y="3405361"/>
            <a:ext cx="0" cy="58266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696A1CDC-31C1-45F6-9C82-30126DB85432}"/>
              </a:ext>
            </a:extLst>
          </p:cNvPr>
          <p:cNvCxnSpPr>
            <a:cxnSpLocks/>
            <a:stCxn id="4" idx="2"/>
            <a:endCxn id="16" idx="0"/>
          </p:cNvCxnSpPr>
          <p:nvPr/>
        </p:nvCxnSpPr>
        <p:spPr>
          <a:xfrm>
            <a:off x="5776227" y="4822968"/>
            <a:ext cx="0" cy="58037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69DCB004-61DA-4B33-96FE-16B7339FC04C}"/>
              </a:ext>
            </a:extLst>
          </p:cNvPr>
          <p:cNvSpPr/>
          <p:nvPr/>
        </p:nvSpPr>
        <p:spPr>
          <a:xfrm>
            <a:off x="3152386" y="3518335"/>
            <a:ext cx="1440000" cy="360000"/>
          </a:xfrm>
          <a:prstGeom prst="rect">
            <a:avLst/>
          </a:prstGeom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热成像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8E30A72D-1435-4A78-AE0E-3925F4941A6D}"/>
              </a:ext>
            </a:extLst>
          </p:cNvPr>
          <p:cNvSpPr/>
          <p:nvPr/>
        </p:nvSpPr>
        <p:spPr>
          <a:xfrm>
            <a:off x="5056227" y="683119"/>
            <a:ext cx="1440000" cy="360000"/>
          </a:xfrm>
          <a:prstGeom prst="rect">
            <a:avLst/>
          </a:prstGeom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可燃气体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562677BF-D594-47D3-9C84-2F4EF0B40AA4}"/>
              </a:ext>
            </a:extLst>
          </p:cNvPr>
          <p:cNvSpPr/>
          <p:nvPr/>
        </p:nvSpPr>
        <p:spPr>
          <a:xfrm>
            <a:off x="5056227" y="210802"/>
            <a:ext cx="1440000" cy="360000"/>
          </a:xfrm>
          <a:prstGeom prst="rect">
            <a:avLst/>
          </a:prstGeom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烟雾</a:t>
            </a:r>
          </a:p>
        </p:txBody>
      </p:sp>
      <p:cxnSp>
        <p:nvCxnSpPr>
          <p:cNvPr id="68" name="连接符: 肘形 67">
            <a:extLst>
              <a:ext uri="{FF2B5EF4-FFF2-40B4-BE49-F238E27FC236}">
                <a16:creationId xmlns:a16="http://schemas.microsoft.com/office/drawing/2014/main" id="{523A2B27-D6DB-4812-9AB7-08AF26066687}"/>
              </a:ext>
            </a:extLst>
          </p:cNvPr>
          <p:cNvCxnSpPr>
            <a:cxnSpLocks/>
            <a:stCxn id="13" idx="3"/>
            <a:endCxn id="11" idx="1"/>
          </p:cNvCxnSpPr>
          <p:nvPr/>
        </p:nvCxnSpPr>
        <p:spPr>
          <a:xfrm>
            <a:off x="6496227" y="1331271"/>
            <a:ext cx="12700" cy="947045"/>
          </a:xfrm>
          <a:prstGeom prst="bentConnector3">
            <a:avLst>
              <a:gd name="adj1" fmla="val 180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8C853BD7-4B84-4F04-8597-C4647B0D8DC8}"/>
              </a:ext>
            </a:extLst>
          </p:cNvPr>
          <p:cNvSpPr/>
          <p:nvPr/>
        </p:nvSpPr>
        <p:spPr>
          <a:xfrm flipH="1">
            <a:off x="3152384" y="210583"/>
            <a:ext cx="1440000" cy="360000"/>
          </a:xfrm>
          <a:prstGeom prst="rect">
            <a:avLst/>
          </a:prstGeom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云台舵机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1DCED41-739D-4B03-9481-0EFE05E19A00}"/>
              </a:ext>
            </a:extLst>
          </p:cNvPr>
          <p:cNvSpPr/>
          <p:nvPr/>
        </p:nvSpPr>
        <p:spPr>
          <a:xfrm flipH="1">
            <a:off x="3152385" y="683119"/>
            <a:ext cx="1440000" cy="360000"/>
          </a:xfrm>
          <a:prstGeom prst="rect">
            <a:avLst/>
          </a:prstGeom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云台舵机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076E9AC-72DD-404B-BC81-8DF5460383CD}"/>
              </a:ext>
            </a:extLst>
          </p:cNvPr>
          <p:cNvSpPr/>
          <p:nvPr/>
        </p:nvSpPr>
        <p:spPr>
          <a:xfrm flipH="1">
            <a:off x="5056227" y="2098316"/>
            <a:ext cx="1440000" cy="360000"/>
          </a:xfrm>
          <a:prstGeom prst="rect">
            <a:avLst/>
          </a:prstGeom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ESP32</a:t>
            </a:r>
            <a:endParaRPr lang="zh-CN" altLang="en-US" dirty="0"/>
          </a:p>
        </p:txBody>
      </p: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1BDD1B6E-46A0-41E9-8BE1-59E9D03E0FE1}"/>
              </a:ext>
            </a:extLst>
          </p:cNvPr>
          <p:cNvCxnSpPr>
            <a:cxnSpLocks/>
            <a:stCxn id="11" idx="3"/>
            <a:endCxn id="9" idx="1"/>
          </p:cNvCxnSpPr>
          <p:nvPr/>
        </p:nvCxnSpPr>
        <p:spPr>
          <a:xfrm rot="10800000">
            <a:off x="4592385" y="390584"/>
            <a:ext cx="463843" cy="1887733"/>
          </a:xfrm>
          <a:prstGeom prst="bentConnector3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6683AF2D-BAC7-4E1A-BC52-0361759DBBA2}"/>
              </a:ext>
            </a:extLst>
          </p:cNvPr>
          <p:cNvCxnSpPr>
            <a:cxnSpLocks/>
            <a:stCxn id="11" idx="3"/>
            <a:endCxn id="10" idx="1"/>
          </p:cNvCxnSpPr>
          <p:nvPr/>
        </p:nvCxnSpPr>
        <p:spPr>
          <a:xfrm rot="10800000">
            <a:off x="4592385" y="863120"/>
            <a:ext cx="463842" cy="1415197"/>
          </a:xfrm>
          <a:prstGeom prst="bentConnector3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>
            <a:extLst>
              <a:ext uri="{FF2B5EF4-FFF2-40B4-BE49-F238E27FC236}">
                <a16:creationId xmlns:a16="http://schemas.microsoft.com/office/drawing/2014/main" id="{66398989-AB35-4242-A30A-0C7C98DE5FCE}"/>
              </a:ext>
            </a:extLst>
          </p:cNvPr>
          <p:cNvSpPr/>
          <p:nvPr/>
        </p:nvSpPr>
        <p:spPr>
          <a:xfrm flipH="1">
            <a:off x="3152385" y="1155655"/>
            <a:ext cx="1440000" cy="360000"/>
          </a:xfrm>
          <a:prstGeom prst="rect">
            <a:avLst/>
          </a:prstGeom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灭火电机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13DA73F9-1EF9-488B-8313-EFA4C737E206}"/>
              </a:ext>
            </a:extLst>
          </p:cNvPr>
          <p:cNvSpPr/>
          <p:nvPr/>
        </p:nvSpPr>
        <p:spPr>
          <a:xfrm flipH="1">
            <a:off x="3152386" y="1628191"/>
            <a:ext cx="1440000" cy="360000"/>
          </a:xfrm>
          <a:prstGeom prst="rect">
            <a:avLst/>
          </a:prstGeom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灭火电机</a:t>
            </a:r>
            <a:r>
              <a:rPr lang="en-US" altLang="zh-CN" dirty="0"/>
              <a:t>2</a:t>
            </a:r>
            <a:endParaRPr lang="zh-CN" altLang="en-US" dirty="0"/>
          </a:p>
        </p:txBody>
      </p:sp>
      <p:cxnSp>
        <p:nvCxnSpPr>
          <p:cNvPr id="50" name="连接符: 肘形 49">
            <a:extLst>
              <a:ext uri="{FF2B5EF4-FFF2-40B4-BE49-F238E27FC236}">
                <a16:creationId xmlns:a16="http://schemas.microsoft.com/office/drawing/2014/main" id="{7234ED29-97FC-4D53-A93A-63879F25C4E7}"/>
              </a:ext>
            </a:extLst>
          </p:cNvPr>
          <p:cNvCxnSpPr>
            <a:cxnSpLocks/>
            <a:stCxn id="11" idx="3"/>
            <a:endCxn id="47" idx="1"/>
          </p:cNvCxnSpPr>
          <p:nvPr/>
        </p:nvCxnSpPr>
        <p:spPr>
          <a:xfrm rot="10800000">
            <a:off x="4592385" y="1335656"/>
            <a:ext cx="463842" cy="942661"/>
          </a:xfrm>
          <a:prstGeom prst="bentConnector3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连接符: 肘形 52">
            <a:extLst>
              <a:ext uri="{FF2B5EF4-FFF2-40B4-BE49-F238E27FC236}">
                <a16:creationId xmlns:a16="http://schemas.microsoft.com/office/drawing/2014/main" id="{8CEBD5B3-49B2-4CD3-8BA4-C47F10FFC559}"/>
              </a:ext>
            </a:extLst>
          </p:cNvPr>
          <p:cNvCxnSpPr>
            <a:cxnSpLocks/>
            <a:stCxn id="11" idx="3"/>
            <a:endCxn id="48" idx="1"/>
          </p:cNvCxnSpPr>
          <p:nvPr/>
        </p:nvCxnSpPr>
        <p:spPr>
          <a:xfrm rot="10800000">
            <a:off x="4592387" y="1808192"/>
            <a:ext cx="463841" cy="470125"/>
          </a:xfrm>
          <a:prstGeom prst="bent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70">
            <a:extLst>
              <a:ext uri="{FF2B5EF4-FFF2-40B4-BE49-F238E27FC236}">
                <a16:creationId xmlns:a16="http://schemas.microsoft.com/office/drawing/2014/main" id="{E21B98DD-AD02-4FD8-A40D-2423070D6549}"/>
              </a:ext>
            </a:extLst>
          </p:cNvPr>
          <p:cNvSpPr/>
          <p:nvPr/>
        </p:nvSpPr>
        <p:spPr>
          <a:xfrm flipH="1">
            <a:off x="3152386" y="2573263"/>
            <a:ext cx="1440000" cy="360000"/>
          </a:xfrm>
          <a:prstGeom prst="rect">
            <a:avLst/>
          </a:prstGeom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底盘右电机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E421934D-AFF2-4895-ABAB-EC2E19E4E08B}"/>
              </a:ext>
            </a:extLst>
          </p:cNvPr>
          <p:cNvSpPr/>
          <p:nvPr/>
        </p:nvSpPr>
        <p:spPr>
          <a:xfrm flipH="1">
            <a:off x="3152386" y="2100727"/>
            <a:ext cx="1440000" cy="360000"/>
          </a:xfrm>
          <a:prstGeom prst="rect">
            <a:avLst/>
          </a:prstGeom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底盘左电机</a:t>
            </a:r>
          </a:p>
        </p:txBody>
      </p:sp>
      <p:cxnSp>
        <p:nvCxnSpPr>
          <p:cNvPr id="78" name="连接符: 肘形 77">
            <a:extLst>
              <a:ext uri="{FF2B5EF4-FFF2-40B4-BE49-F238E27FC236}">
                <a16:creationId xmlns:a16="http://schemas.microsoft.com/office/drawing/2014/main" id="{AB93FFA3-89FC-4332-AF20-EEB86126FE5E}"/>
              </a:ext>
            </a:extLst>
          </p:cNvPr>
          <p:cNvCxnSpPr>
            <a:cxnSpLocks/>
            <a:stCxn id="11" idx="3"/>
            <a:endCxn id="71" idx="1"/>
          </p:cNvCxnSpPr>
          <p:nvPr/>
        </p:nvCxnSpPr>
        <p:spPr>
          <a:xfrm rot="10800000" flipV="1">
            <a:off x="4592387" y="2278315"/>
            <a:ext cx="463841" cy="474947"/>
          </a:xfrm>
          <a:prstGeom prst="bent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连接符: 肘形 81">
            <a:extLst>
              <a:ext uri="{FF2B5EF4-FFF2-40B4-BE49-F238E27FC236}">
                <a16:creationId xmlns:a16="http://schemas.microsoft.com/office/drawing/2014/main" id="{6082DC25-A667-4EAD-A694-FEB9E8C469A4}"/>
              </a:ext>
            </a:extLst>
          </p:cNvPr>
          <p:cNvCxnSpPr>
            <a:cxnSpLocks/>
            <a:stCxn id="11" idx="3"/>
            <a:endCxn id="72" idx="1"/>
          </p:cNvCxnSpPr>
          <p:nvPr/>
        </p:nvCxnSpPr>
        <p:spPr>
          <a:xfrm rot="10800000" flipV="1">
            <a:off x="4592387" y="2278315"/>
            <a:ext cx="463841" cy="2411"/>
          </a:xfrm>
          <a:prstGeom prst="bent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>
            <a:extLst>
              <a:ext uri="{FF2B5EF4-FFF2-40B4-BE49-F238E27FC236}">
                <a16:creationId xmlns:a16="http://schemas.microsoft.com/office/drawing/2014/main" id="{5DEC7358-5CC6-4F62-B398-8386084EEAD8}"/>
              </a:ext>
            </a:extLst>
          </p:cNvPr>
          <p:cNvSpPr/>
          <p:nvPr/>
        </p:nvSpPr>
        <p:spPr>
          <a:xfrm>
            <a:off x="5056227" y="6348859"/>
            <a:ext cx="1440000" cy="360000"/>
          </a:xfrm>
          <a:prstGeom prst="rect">
            <a:avLst/>
          </a:prstGeom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交换机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D87FFBBF-1DE4-4BE5-BB19-8CB014630C29}"/>
              </a:ext>
            </a:extLst>
          </p:cNvPr>
          <p:cNvSpPr/>
          <p:nvPr/>
        </p:nvSpPr>
        <p:spPr>
          <a:xfrm>
            <a:off x="5056227" y="3045361"/>
            <a:ext cx="1440000" cy="360000"/>
          </a:xfrm>
          <a:prstGeom prst="rect">
            <a:avLst/>
          </a:prstGeom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USB Hub</a:t>
            </a:r>
            <a:endParaRPr lang="zh-CN" altLang="en-US" dirty="0"/>
          </a:p>
        </p:txBody>
      </p: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F6C98772-4FA9-4D31-B532-D42D79AA8613}"/>
              </a:ext>
            </a:extLst>
          </p:cNvPr>
          <p:cNvCxnSpPr>
            <a:cxnSpLocks/>
            <a:stCxn id="59" idx="3"/>
            <a:endCxn id="89" idx="1"/>
          </p:cNvCxnSpPr>
          <p:nvPr/>
        </p:nvCxnSpPr>
        <p:spPr>
          <a:xfrm flipV="1">
            <a:off x="4592386" y="3225361"/>
            <a:ext cx="463841" cy="472974"/>
          </a:xfrm>
          <a:prstGeom prst="bent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连接符: 肘形 53">
            <a:extLst>
              <a:ext uri="{FF2B5EF4-FFF2-40B4-BE49-F238E27FC236}">
                <a16:creationId xmlns:a16="http://schemas.microsoft.com/office/drawing/2014/main" id="{C1D0DB1D-D809-48D4-B9A7-0D6B64E1CBAD}"/>
              </a:ext>
            </a:extLst>
          </p:cNvPr>
          <p:cNvCxnSpPr>
            <a:cxnSpLocks/>
            <a:stCxn id="6" idx="3"/>
            <a:endCxn id="89" idx="1"/>
          </p:cNvCxnSpPr>
          <p:nvPr/>
        </p:nvCxnSpPr>
        <p:spPr>
          <a:xfrm flipV="1">
            <a:off x="4596344" y="3225361"/>
            <a:ext cx="459883" cy="1418046"/>
          </a:xfrm>
          <a:prstGeom prst="bent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>
            <a:extLst>
              <a:ext uri="{FF2B5EF4-FFF2-40B4-BE49-F238E27FC236}">
                <a16:creationId xmlns:a16="http://schemas.microsoft.com/office/drawing/2014/main" id="{8F06DC30-DCC2-4B34-AAFB-2787A91F7813}"/>
              </a:ext>
            </a:extLst>
          </p:cNvPr>
          <p:cNvSpPr/>
          <p:nvPr/>
        </p:nvSpPr>
        <p:spPr>
          <a:xfrm>
            <a:off x="3152385" y="3045799"/>
            <a:ext cx="1440000" cy="360000"/>
          </a:xfrm>
          <a:prstGeom prst="rect">
            <a:avLst/>
          </a:prstGeom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USB</a:t>
            </a:r>
            <a:r>
              <a:rPr lang="zh-CN" altLang="en-US" dirty="0"/>
              <a:t>相机</a:t>
            </a:r>
          </a:p>
        </p:txBody>
      </p: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C3A0D0FE-D974-4A52-A750-621A17521E08}"/>
              </a:ext>
            </a:extLst>
          </p:cNvPr>
          <p:cNvCxnSpPr>
            <a:cxnSpLocks/>
            <a:stCxn id="5" idx="3"/>
            <a:endCxn id="89" idx="1"/>
          </p:cNvCxnSpPr>
          <p:nvPr/>
        </p:nvCxnSpPr>
        <p:spPr>
          <a:xfrm flipV="1">
            <a:off x="4596345" y="3225361"/>
            <a:ext cx="459882" cy="945510"/>
          </a:xfrm>
          <a:prstGeom prst="bent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连接符: 肘形 65">
            <a:extLst>
              <a:ext uri="{FF2B5EF4-FFF2-40B4-BE49-F238E27FC236}">
                <a16:creationId xmlns:a16="http://schemas.microsoft.com/office/drawing/2014/main" id="{52628026-EF02-412C-B657-B783057B5608}"/>
              </a:ext>
            </a:extLst>
          </p:cNvPr>
          <p:cNvCxnSpPr>
            <a:cxnSpLocks/>
            <a:stCxn id="57" idx="3"/>
            <a:endCxn id="89" idx="1"/>
          </p:cNvCxnSpPr>
          <p:nvPr/>
        </p:nvCxnSpPr>
        <p:spPr>
          <a:xfrm flipV="1">
            <a:off x="4592385" y="3225361"/>
            <a:ext cx="463842" cy="438"/>
          </a:xfrm>
          <a:prstGeom prst="bent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连接符: 肘形 66">
            <a:extLst>
              <a:ext uri="{FF2B5EF4-FFF2-40B4-BE49-F238E27FC236}">
                <a16:creationId xmlns:a16="http://schemas.microsoft.com/office/drawing/2014/main" id="{E48599F7-40F1-4122-ACB0-7F4BA43ACB28}"/>
              </a:ext>
            </a:extLst>
          </p:cNvPr>
          <p:cNvCxnSpPr>
            <a:cxnSpLocks/>
            <a:stCxn id="7" idx="3"/>
            <a:endCxn id="88" idx="1"/>
          </p:cNvCxnSpPr>
          <p:nvPr/>
        </p:nvCxnSpPr>
        <p:spPr>
          <a:xfrm>
            <a:off x="4596343" y="5588479"/>
            <a:ext cx="459884" cy="940380"/>
          </a:xfrm>
          <a:prstGeom prst="bent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连接符: 肘形 69">
            <a:extLst>
              <a:ext uri="{FF2B5EF4-FFF2-40B4-BE49-F238E27FC236}">
                <a16:creationId xmlns:a16="http://schemas.microsoft.com/office/drawing/2014/main" id="{E94D3C54-343C-420A-A244-23A00F41A07E}"/>
              </a:ext>
            </a:extLst>
          </p:cNvPr>
          <p:cNvCxnSpPr>
            <a:cxnSpLocks/>
            <a:stCxn id="12" idx="3"/>
            <a:endCxn id="88" idx="1"/>
          </p:cNvCxnSpPr>
          <p:nvPr/>
        </p:nvCxnSpPr>
        <p:spPr>
          <a:xfrm flipV="1">
            <a:off x="4592385" y="6528859"/>
            <a:ext cx="463842" cy="4695"/>
          </a:xfrm>
          <a:prstGeom prst="bent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连接符: 肘形 72">
            <a:extLst>
              <a:ext uri="{FF2B5EF4-FFF2-40B4-BE49-F238E27FC236}">
                <a16:creationId xmlns:a16="http://schemas.microsoft.com/office/drawing/2014/main" id="{5AB98AD0-11E7-4D76-8A30-D2DC1984E6C3}"/>
              </a:ext>
            </a:extLst>
          </p:cNvPr>
          <p:cNvCxnSpPr>
            <a:cxnSpLocks/>
            <a:stCxn id="8" idx="3"/>
            <a:endCxn id="88" idx="1"/>
          </p:cNvCxnSpPr>
          <p:nvPr/>
        </p:nvCxnSpPr>
        <p:spPr>
          <a:xfrm>
            <a:off x="4596342" y="6061015"/>
            <a:ext cx="459885" cy="467844"/>
          </a:xfrm>
          <a:prstGeom prst="bent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接箭头连接符 217">
            <a:extLst>
              <a:ext uri="{FF2B5EF4-FFF2-40B4-BE49-F238E27FC236}">
                <a16:creationId xmlns:a16="http://schemas.microsoft.com/office/drawing/2014/main" id="{F2C16A6B-5756-4CC4-9A92-9A5958448422}"/>
              </a:ext>
            </a:extLst>
          </p:cNvPr>
          <p:cNvCxnSpPr>
            <a:cxnSpLocks/>
            <a:stCxn id="11" idx="2"/>
            <a:endCxn id="89" idx="0"/>
          </p:cNvCxnSpPr>
          <p:nvPr/>
        </p:nvCxnSpPr>
        <p:spPr>
          <a:xfrm>
            <a:off x="5776227" y="2458316"/>
            <a:ext cx="0" cy="587045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矩形 241">
            <a:extLst>
              <a:ext uri="{FF2B5EF4-FFF2-40B4-BE49-F238E27FC236}">
                <a16:creationId xmlns:a16="http://schemas.microsoft.com/office/drawing/2014/main" id="{9FAED073-58C5-408F-BF6A-C11057627820}"/>
              </a:ext>
            </a:extLst>
          </p:cNvPr>
          <p:cNvSpPr/>
          <p:nvPr/>
        </p:nvSpPr>
        <p:spPr>
          <a:xfrm>
            <a:off x="3152384" y="4935943"/>
            <a:ext cx="1440000" cy="360000"/>
          </a:xfrm>
          <a:prstGeom prst="rect">
            <a:avLst/>
          </a:prstGeom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鼠标键盘</a:t>
            </a:r>
          </a:p>
        </p:txBody>
      </p:sp>
      <p:cxnSp>
        <p:nvCxnSpPr>
          <p:cNvPr id="243" name="连接符: 肘形 242">
            <a:extLst>
              <a:ext uri="{FF2B5EF4-FFF2-40B4-BE49-F238E27FC236}">
                <a16:creationId xmlns:a16="http://schemas.microsoft.com/office/drawing/2014/main" id="{5E4931BC-3EB8-4667-B7BF-DA79864D3D23}"/>
              </a:ext>
            </a:extLst>
          </p:cNvPr>
          <p:cNvCxnSpPr>
            <a:cxnSpLocks/>
            <a:stCxn id="242" idx="3"/>
            <a:endCxn id="89" idx="1"/>
          </p:cNvCxnSpPr>
          <p:nvPr/>
        </p:nvCxnSpPr>
        <p:spPr>
          <a:xfrm flipV="1">
            <a:off x="4592384" y="3225361"/>
            <a:ext cx="463843" cy="1890582"/>
          </a:xfrm>
          <a:prstGeom prst="bent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连接符: 肘形 274">
            <a:extLst>
              <a:ext uri="{FF2B5EF4-FFF2-40B4-BE49-F238E27FC236}">
                <a16:creationId xmlns:a16="http://schemas.microsoft.com/office/drawing/2014/main" id="{A0D26C3A-0979-405D-9FED-B673874329A1}"/>
              </a:ext>
            </a:extLst>
          </p:cNvPr>
          <p:cNvCxnSpPr>
            <a:cxnSpLocks/>
            <a:stCxn id="63" idx="3"/>
            <a:endCxn id="11" idx="1"/>
          </p:cNvCxnSpPr>
          <p:nvPr/>
        </p:nvCxnSpPr>
        <p:spPr>
          <a:xfrm>
            <a:off x="6496227" y="863119"/>
            <a:ext cx="12700" cy="1415197"/>
          </a:xfrm>
          <a:prstGeom prst="bentConnector3">
            <a:avLst>
              <a:gd name="adj1" fmla="val 180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连接符: 肘形 279">
            <a:extLst>
              <a:ext uri="{FF2B5EF4-FFF2-40B4-BE49-F238E27FC236}">
                <a16:creationId xmlns:a16="http://schemas.microsoft.com/office/drawing/2014/main" id="{B4FE635A-8CAA-4337-AE4C-A159836ACC67}"/>
              </a:ext>
            </a:extLst>
          </p:cNvPr>
          <p:cNvCxnSpPr>
            <a:cxnSpLocks/>
            <a:stCxn id="64" idx="3"/>
            <a:endCxn id="11" idx="1"/>
          </p:cNvCxnSpPr>
          <p:nvPr/>
        </p:nvCxnSpPr>
        <p:spPr>
          <a:xfrm>
            <a:off x="6496227" y="390802"/>
            <a:ext cx="12700" cy="1887514"/>
          </a:xfrm>
          <a:prstGeom prst="bentConnector3">
            <a:avLst>
              <a:gd name="adj1" fmla="val 180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矩形 286">
            <a:extLst>
              <a:ext uri="{FF2B5EF4-FFF2-40B4-BE49-F238E27FC236}">
                <a16:creationId xmlns:a16="http://schemas.microsoft.com/office/drawing/2014/main" id="{B61AC142-8F42-4ABD-B3CA-578205BD02B7}"/>
              </a:ext>
            </a:extLst>
          </p:cNvPr>
          <p:cNvSpPr/>
          <p:nvPr/>
        </p:nvSpPr>
        <p:spPr>
          <a:xfrm flipH="1">
            <a:off x="5062577" y="1625779"/>
            <a:ext cx="1440000" cy="360000"/>
          </a:xfrm>
          <a:prstGeom prst="rect">
            <a:avLst/>
          </a:prstGeom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状态指示灯</a:t>
            </a:r>
          </a:p>
        </p:txBody>
      </p:sp>
      <p:cxnSp>
        <p:nvCxnSpPr>
          <p:cNvPr id="288" name="连接符: 肘形 287">
            <a:extLst>
              <a:ext uri="{FF2B5EF4-FFF2-40B4-BE49-F238E27FC236}">
                <a16:creationId xmlns:a16="http://schemas.microsoft.com/office/drawing/2014/main" id="{11F0A75F-5B57-4FED-A9DC-90DA54C73C93}"/>
              </a:ext>
            </a:extLst>
          </p:cNvPr>
          <p:cNvCxnSpPr>
            <a:cxnSpLocks/>
            <a:stCxn id="11" idx="3"/>
            <a:endCxn id="287" idx="3"/>
          </p:cNvCxnSpPr>
          <p:nvPr/>
        </p:nvCxnSpPr>
        <p:spPr>
          <a:xfrm rot="10800000" flipH="1">
            <a:off x="5056227" y="1805780"/>
            <a:ext cx="6350" cy="472537"/>
          </a:xfrm>
          <a:prstGeom prst="bentConnector3">
            <a:avLst>
              <a:gd name="adj1" fmla="val -360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连接符: 肘形 311">
            <a:extLst>
              <a:ext uri="{FF2B5EF4-FFF2-40B4-BE49-F238E27FC236}">
                <a16:creationId xmlns:a16="http://schemas.microsoft.com/office/drawing/2014/main" id="{C27EFF96-89D6-4032-AA53-D7240F0B045A}"/>
              </a:ext>
            </a:extLst>
          </p:cNvPr>
          <p:cNvCxnSpPr>
            <a:cxnSpLocks/>
            <a:stCxn id="88" idx="3"/>
            <a:endCxn id="4" idx="3"/>
          </p:cNvCxnSpPr>
          <p:nvPr/>
        </p:nvCxnSpPr>
        <p:spPr>
          <a:xfrm flipV="1">
            <a:off x="6496227" y="4405495"/>
            <a:ext cx="12700" cy="2123364"/>
          </a:xfrm>
          <a:prstGeom prst="bentConnector3">
            <a:avLst>
              <a:gd name="adj1" fmla="val 180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0005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56978052-C964-4B55-8DF3-62BE9DE4FA73}"/>
              </a:ext>
            </a:extLst>
          </p:cNvPr>
          <p:cNvSpPr/>
          <p:nvPr/>
        </p:nvSpPr>
        <p:spPr>
          <a:xfrm>
            <a:off x="3686483" y="2284482"/>
            <a:ext cx="1440000" cy="834947"/>
          </a:xfrm>
          <a:prstGeom prst="roundRect">
            <a:avLst>
              <a:gd name="adj" fmla="val 9473"/>
            </a:avLst>
          </a:prstGeom>
          <a:solidFill>
            <a:srgbClr val="C0000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Jetson</a:t>
            </a:r>
          </a:p>
          <a:p>
            <a:pPr algn="ctr"/>
            <a:r>
              <a:rPr lang="en-US" altLang="zh-CN" dirty="0"/>
              <a:t>AGX Orin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3662F91-EF9A-4A73-9EE7-4601415679BC}"/>
              </a:ext>
            </a:extLst>
          </p:cNvPr>
          <p:cNvSpPr/>
          <p:nvPr/>
        </p:nvSpPr>
        <p:spPr>
          <a:xfrm>
            <a:off x="1786601" y="2287332"/>
            <a:ext cx="1440000" cy="360000"/>
          </a:xfrm>
          <a:prstGeom prst="rect">
            <a:avLst/>
          </a:prstGeom>
          <a:solidFill>
            <a:srgbClr val="00B05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深度相机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D2652F-4D4F-4F50-B393-8AD7DA5453E4}"/>
              </a:ext>
            </a:extLst>
          </p:cNvPr>
          <p:cNvSpPr/>
          <p:nvPr/>
        </p:nvSpPr>
        <p:spPr>
          <a:xfrm>
            <a:off x="1786600" y="2759868"/>
            <a:ext cx="1440000" cy="360000"/>
          </a:xfrm>
          <a:prstGeom prst="rect">
            <a:avLst/>
          </a:prstGeom>
          <a:solidFill>
            <a:srgbClr val="00B05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深度相机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04F6C17-6605-4175-841D-E90D5EAEBC10}"/>
              </a:ext>
            </a:extLst>
          </p:cNvPr>
          <p:cNvSpPr/>
          <p:nvPr/>
        </p:nvSpPr>
        <p:spPr>
          <a:xfrm>
            <a:off x="1786599" y="3704940"/>
            <a:ext cx="1440000" cy="360000"/>
          </a:xfrm>
          <a:prstGeom prst="rect">
            <a:avLst/>
          </a:prstGeom>
          <a:solidFill>
            <a:srgbClr val="00B05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宇树雷达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BBF7A2C-19F0-4A24-B2BE-C80F8E3820C4}"/>
              </a:ext>
            </a:extLst>
          </p:cNvPr>
          <p:cNvSpPr/>
          <p:nvPr/>
        </p:nvSpPr>
        <p:spPr>
          <a:xfrm>
            <a:off x="1786598" y="4177476"/>
            <a:ext cx="1440000" cy="360000"/>
          </a:xfrm>
          <a:prstGeom prst="rect">
            <a:avLst/>
          </a:prstGeom>
          <a:solidFill>
            <a:srgbClr val="00B05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宇树雷达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A763303-A031-4C9F-BE0F-E1EE1FB020BF}"/>
              </a:ext>
            </a:extLst>
          </p:cNvPr>
          <p:cNvSpPr/>
          <p:nvPr/>
        </p:nvSpPr>
        <p:spPr>
          <a:xfrm>
            <a:off x="1782641" y="4650015"/>
            <a:ext cx="1440000" cy="360000"/>
          </a:xfrm>
          <a:prstGeom prst="rect">
            <a:avLst/>
          </a:prstGeom>
          <a:solidFill>
            <a:srgbClr val="00B05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网口相机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B34C991-1DC3-44E5-941A-AC745468E57D}"/>
              </a:ext>
            </a:extLst>
          </p:cNvPr>
          <p:cNvSpPr/>
          <p:nvPr/>
        </p:nvSpPr>
        <p:spPr>
          <a:xfrm>
            <a:off x="3686483" y="3699808"/>
            <a:ext cx="1440000" cy="360001"/>
          </a:xfrm>
          <a:prstGeom prst="rect">
            <a:avLst/>
          </a:prstGeom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显示屏幕</a:t>
            </a:r>
            <a:endParaRPr lang="en-US" altLang="zh-CN" dirty="0"/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F20AE23C-1421-44D3-ACFA-49ABAB931DEE}"/>
              </a:ext>
            </a:extLst>
          </p:cNvPr>
          <p:cNvCxnSpPr>
            <a:cxnSpLocks/>
          </p:cNvCxnSpPr>
          <p:nvPr/>
        </p:nvCxnSpPr>
        <p:spPr>
          <a:xfrm>
            <a:off x="4406483" y="1701822"/>
            <a:ext cx="0" cy="582660"/>
          </a:xfrm>
          <a:prstGeom prst="straightConnector1">
            <a:avLst/>
          </a:prstGeom>
          <a:ln w="2540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696A1CDC-31C1-45F6-9C82-30126DB85432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4406483" y="3119429"/>
            <a:ext cx="0" cy="58037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69DCB004-61DA-4B33-96FE-16B7339FC04C}"/>
              </a:ext>
            </a:extLst>
          </p:cNvPr>
          <p:cNvSpPr/>
          <p:nvPr/>
        </p:nvSpPr>
        <p:spPr>
          <a:xfrm>
            <a:off x="1782642" y="1814796"/>
            <a:ext cx="1440000" cy="360000"/>
          </a:xfrm>
          <a:prstGeom prst="rect">
            <a:avLst/>
          </a:prstGeom>
          <a:solidFill>
            <a:srgbClr val="00B05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热成像</a:t>
            </a:r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5DEC7358-5CC6-4F62-B398-8386084EEAD8}"/>
              </a:ext>
            </a:extLst>
          </p:cNvPr>
          <p:cNvSpPr/>
          <p:nvPr/>
        </p:nvSpPr>
        <p:spPr>
          <a:xfrm>
            <a:off x="3686483" y="4645320"/>
            <a:ext cx="1440000" cy="360000"/>
          </a:xfrm>
          <a:prstGeom prst="roundRect">
            <a:avLst/>
          </a:prstGeom>
          <a:solidFill>
            <a:srgbClr val="FFC00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交换机</a:t>
            </a:r>
          </a:p>
        </p:txBody>
      </p: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D87FFBBF-1DE4-4BE5-BB19-8CB014630C29}"/>
              </a:ext>
            </a:extLst>
          </p:cNvPr>
          <p:cNvSpPr/>
          <p:nvPr/>
        </p:nvSpPr>
        <p:spPr>
          <a:xfrm>
            <a:off x="3686483" y="1341822"/>
            <a:ext cx="1440000" cy="360000"/>
          </a:xfrm>
          <a:prstGeom prst="roundRect">
            <a:avLst/>
          </a:prstGeom>
          <a:solidFill>
            <a:srgbClr val="FFC00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USB Hub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F6C98772-4FA9-4D31-B532-D42D79AA8613}"/>
              </a:ext>
            </a:extLst>
          </p:cNvPr>
          <p:cNvCxnSpPr>
            <a:cxnSpLocks/>
            <a:stCxn id="59" idx="3"/>
          </p:cNvCxnSpPr>
          <p:nvPr/>
        </p:nvCxnSpPr>
        <p:spPr>
          <a:xfrm flipV="1">
            <a:off x="3222642" y="1521822"/>
            <a:ext cx="463841" cy="472974"/>
          </a:xfrm>
          <a:prstGeom prst="bentConnector3">
            <a:avLst>
              <a:gd name="adj1" fmla="val 50000"/>
            </a:avLst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连接符: 肘形 53">
            <a:extLst>
              <a:ext uri="{FF2B5EF4-FFF2-40B4-BE49-F238E27FC236}">
                <a16:creationId xmlns:a16="http://schemas.microsoft.com/office/drawing/2014/main" id="{C1D0DB1D-D809-48D4-B9A7-0D6B64E1CBAD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3226600" y="1521822"/>
            <a:ext cx="459883" cy="1418046"/>
          </a:xfrm>
          <a:prstGeom prst="bentConnector3">
            <a:avLst>
              <a:gd name="adj1" fmla="val 50000"/>
            </a:avLst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>
            <a:extLst>
              <a:ext uri="{FF2B5EF4-FFF2-40B4-BE49-F238E27FC236}">
                <a16:creationId xmlns:a16="http://schemas.microsoft.com/office/drawing/2014/main" id="{8F06DC30-DCC2-4B34-AAFB-2787A91F7813}"/>
              </a:ext>
            </a:extLst>
          </p:cNvPr>
          <p:cNvSpPr/>
          <p:nvPr/>
        </p:nvSpPr>
        <p:spPr>
          <a:xfrm>
            <a:off x="1782641" y="1342260"/>
            <a:ext cx="1440000" cy="360000"/>
          </a:xfrm>
          <a:prstGeom prst="rect">
            <a:avLst/>
          </a:prstGeom>
          <a:solidFill>
            <a:srgbClr val="00B05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USB</a:t>
            </a:r>
            <a:r>
              <a:rPr lang="zh-CN" altLang="en-US" dirty="0"/>
              <a:t>相机</a:t>
            </a:r>
          </a:p>
        </p:txBody>
      </p: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C3A0D0FE-D974-4A52-A750-621A17521E08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3226601" y="1521822"/>
            <a:ext cx="459882" cy="945510"/>
          </a:xfrm>
          <a:prstGeom prst="bentConnector3">
            <a:avLst>
              <a:gd name="adj1" fmla="val 50000"/>
            </a:avLst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连接符: 肘形 65">
            <a:extLst>
              <a:ext uri="{FF2B5EF4-FFF2-40B4-BE49-F238E27FC236}">
                <a16:creationId xmlns:a16="http://schemas.microsoft.com/office/drawing/2014/main" id="{52628026-EF02-412C-B657-B783057B5608}"/>
              </a:ext>
            </a:extLst>
          </p:cNvPr>
          <p:cNvCxnSpPr>
            <a:cxnSpLocks/>
            <a:stCxn id="57" idx="3"/>
          </p:cNvCxnSpPr>
          <p:nvPr/>
        </p:nvCxnSpPr>
        <p:spPr>
          <a:xfrm flipV="1">
            <a:off x="3222641" y="1521822"/>
            <a:ext cx="463842" cy="438"/>
          </a:xfrm>
          <a:prstGeom prst="bentConnector3">
            <a:avLst>
              <a:gd name="adj1" fmla="val 50000"/>
            </a:avLst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连接符: 肘形 66">
            <a:extLst>
              <a:ext uri="{FF2B5EF4-FFF2-40B4-BE49-F238E27FC236}">
                <a16:creationId xmlns:a16="http://schemas.microsoft.com/office/drawing/2014/main" id="{E48599F7-40F1-4122-ACB0-7F4BA43ACB28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226599" y="3884940"/>
            <a:ext cx="459884" cy="940380"/>
          </a:xfrm>
          <a:prstGeom prst="bentConnector3">
            <a:avLst>
              <a:gd name="adj1" fmla="val 50000"/>
            </a:avLst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连接符: 肘形 69">
            <a:extLst>
              <a:ext uri="{FF2B5EF4-FFF2-40B4-BE49-F238E27FC236}">
                <a16:creationId xmlns:a16="http://schemas.microsoft.com/office/drawing/2014/main" id="{E94D3C54-343C-420A-A244-23A00F41A07E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3222641" y="4825320"/>
            <a:ext cx="463842" cy="4695"/>
          </a:xfrm>
          <a:prstGeom prst="bentConnector3">
            <a:avLst>
              <a:gd name="adj1" fmla="val 50000"/>
            </a:avLst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连接符: 肘形 72">
            <a:extLst>
              <a:ext uri="{FF2B5EF4-FFF2-40B4-BE49-F238E27FC236}">
                <a16:creationId xmlns:a16="http://schemas.microsoft.com/office/drawing/2014/main" id="{5AB98AD0-11E7-4D76-8A30-D2DC1984E6C3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3226598" y="4357476"/>
            <a:ext cx="459885" cy="467844"/>
          </a:xfrm>
          <a:prstGeom prst="bentConnector3">
            <a:avLst>
              <a:gd name="adj1" fmla="val 50000"/>
            </a:avLst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矩形 241">
            <a:extLst>
              <a:ext uri="{FF2B5EF4-FFF2-40B4-BE49-F238E27FC236}">
                <a16:creationId xmlns:a16="http://schemas.microsoft.com/office/drawing/2014/main" id="{9FAED073-58C5-408F-BF6A-C11057627820}"/>
              </a:ext>
            </a:extLst>
          </p:cNvPr>
          <p:cNvSpPr/>
          <p:nvPr/>
        </p:nvSpPr>
        <p:spPr>
          <a:xfrm>
            <a:off x="1782640" y="3232404"/>
            <a:ext cx="1440000" cy="360000"/>
          </a:xfrm>
          <a:prstGeom prst="rect">
            <a:avLst/>
          </a:prstGeom>
          <a:solidFill>
            <a:srgbClr val="00B05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鼠标键盘</a:t>
            </a:r>
          </a:p>
        </p:txBody>
      </p:sp>
      <p:cxnSp>
        <p:nvCxnSpPr>
          <p:cNvPr id="243" name="连接符: 肘形 242">
            <a:extLst>
              <a:ext uri="{FF2B5EF4-FFF2-40B4-BE49-F238E27FC236}">
                <a16:creationId xmlns:a16="http://schemas.microsoft.com/office/drawing/2014/main" id="{5E4931BC-3EB8-4667-B7BF-DA79864D3D23}"/>
              </a:ext>
            </a:extLst>
          </p:cNvPr>
          <p:cNvCxnSpPr>
            <a:cxnSpLocks/>
            <a:stCxn id="242" idx="3"/>
          </p:cNvCxnSpPr>
          <p:nvPr/>
        </p:nvCxnSpPr>
        <p:spPr>
          <a:xfrm flipV="1">
            <a:off x="3222640" y="1521822"/>
            <a:ext cx="463843" cy="1890582"/>
          </a:xfrm>
          <a:prstGeom prst="bentConnector3">
            <a:avLst>
              <a:gd name="adj1" fmla="val 50000"/>
            </a:avLst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12D3B77A-7D16-424B-A5BF-1AD25EC2F97C}"/>
              </a:ext>
            </a:extLst>
          </p:cNvPr>
          <p:cNvSpPr/>
          <p:nvPr/>
        </p:nvSpPr>
        <p:spPr>
          <a:xfrm flipH="1">
            <a:off x="5846481" y="4645320"/>
            <a:ext cx="1440000" cy="360000"/>
          </a:xfrm>
          <a:prstGeom prst="rect">
            <a:avLst/>
          </a:prstGeom>
          <a:solidFill>
            <a:srgbClr val="00B05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遥控接收机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8E30A72D-1435-4A78-AE0E-3925F4941A6D}"/>
              </a:ext>
            </a:extLst>
          </p:cNvPr>
          <p:cNvSpPr/>
          <p:nvPr/>
        </p:nvSpPr>
        <p:spPr>
          <a:xfrm flipH="1">
            <a:off x="5846481" y="4177168"/>
            <a:ext cx="1440000" cy="360000"/>
          </a:xfrm>
          <a:prstGeom prst="rect">
            <a:avLst/>
          </a:prstGeom>
          <a:solidFill>
            <a:srgbClr val="00B05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燃气传感器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562677BF-D594-47D3-9C84-2F4EF0B40AA4}"/>
              </a:ext>
            </a:extLst>
          </p:cNvPr>
          <p:cNvSpPr/>
          <p:nvPr/>
        </p:nvSpPr>
        <p:spPr>
          <a:xfrm flipH="1">
            <a:off x="5846481" y="3704851"/>
            <a:ext cx="1440000" cy="360000"/>
          </a:xfrm>
          <a:prstGeom prst="rect">
            <a:avLst/>
          </a:prstGeom>
          <a:solidFill>
            <a:srgbClr val="00B05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烟雾传感器</a:t>
            </a:r>
          </a:p>
        </p:txBody>
      </p:sp>
      <p:cxnSp>
        <p:nvCxnSpPr>
          <p:cNvPr id="68" name="连接符: 肘形 67">
            <a:extLst>
              <a:ext uri="{FF2B5EF4-FFF2-40B4-BE49-F238E27FC236}">
                <a16:creationId xmlns:a16="http://schemas.microsoft.com/office/drawing/2014/main" id="{523A2B27-D6DB-4812-9AB7-08AF26066687}"/>
              </a:ext>
            </a:extLst>
          </p:cNvPr>
          <p:cNvCxnSpPr>
            <a:cxnSpLocks/>
            <a:stCxn id="13" idx="3"/>
          </p:cNvCxnSpPr>
          <p:nvPr/>
        </p:nvCxnSpPr>
        <p:spPr>
          <a:xfrm rot="10800000">
            <a:off x="5846481" y="1988352"/>
            <a:ext cx="12700" cy="2836969"/>
          </a:xfrm>
          <a:prstGeom prst="bentConnector3">
            <a:avLst>
              <a:gd name="adj1" fmla="val 1800000"/>
            </a:avLst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8C853BD7-4B84-4F04-8597-C4647B0D8DC8}"/>
              </a:ext>
            </a:extLst>
          </p:cNvPr>
          <p:cNvSpPr/>
          <p:nvPr/>
        </p:nvSpPr>
        <p:spPr>
          <a:xfrm>
            <a:off x="7745928" y="2061588"/>
            <a:ext cx="1440000" cy="360000"/>
          </a:xfrm>
          <a:prstGeom prst="rect">
            <a:avLst/>
          </a:prstGeom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云台舵机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1DCED41-739D-4B03-9481-0EFE05E19A00}"/>
              </a:ext>
            </a:extLst>
          </p:cNvPr>
          <p:cNvSpPr/>
          <p:nvPr/>
        </p:nvSpPr>
        <p:spPr>
          <a:xfrm>
            <a:off x="7745929" y="2532707"/>
            <a:ext cx="1440000" cy="360000"/>
          </a:xfrm>
          <a:prstGeom prst="rect">
            <a:avLst/>
          </a:prstGeom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云台舵机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076E9AC-72DD-404B-BC81-8DF5460383CD}"/>
              </a:ext>
            </a:extLst>
          </p:cNvPr>
          <p:cNvSpPr/>
          <p:nvPr/>
        </p:nvSpPr>
        <p:spPr>
          <a:xfrm>
            <a:off x="5846481" y="1808351"/>
            <a:ext cx="1440000" cy="360000"/>
          </a:xfrm>
          <a:prstGeom prst="roundRect">
            <a:avLst/>
          </a:prstGeom>
          <a:solidFill>
            <a:srgbClr val="FFC00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ESP32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1BDD1B6E-46A0-41E9-8BE1-59E9D03E0FE1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7286481" y="1988351"/>
            <a:ext cx="459447" cy="253237"/>
          </a:xfrm>
          <a:prstGeom prst="bentConnector3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6683AF2D-BAC7-4E1A-BC52-0361759DBBA2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7286481" y="1988351"/>
            <a:ext cx="459448" cy="724356"/>
          </a:xfrm>
          <a:prstGeom prst="bentConnector3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>
            <a:extLst>
              <a:ext uri="{FF2B5EF4-FFF2-40B4-BE49-F238E27FC236}">
                <a16:creationId xmlns:a16="http://schemas.microsoft.com/office/drawing/2014/main" id="{66398989-AB35-4242-A30A-0C7C98DE5FCE}"/>
              </a:ext>
            </a:extLst>
          </p:cNvPr>
          <p:cNvSpPr/>
          <p:nvPr/>
        </p:nvSpPr>
        <p:spPr>
          <a:xfrm>
            <a:off x="7745928" y="3001011"/>
            <a:ext cx="1440000" cy="360000"/>
          </a:xfrm>
          <a:prstGeom prst="rect">
            <a:avLst/>
          </a:prstGeom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灭火电机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13DA73F9-1EF9-488B-8313-EFA4C737E206}"/>
              </a:ext>
            </a:extLst>
          </p:cNvPr>
          <p:cNvSpPr/>
          <p:nvPr/>
        </p:nvSpPr>
        <p:spPr>
          <a:xfrm>
            <a:off x="7745928" y="3466642"/>
            <a:ext cx="1440000" cy="360000"/>
          </a:xfrm>
          <a:prstGeom prst="rect">
            <a:avLst/>
          </a:prstGeom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灭火电机</a:t>
            </a:r>
            <a:r>
              <a:rPr lang="en-US" altLang="zh-CN" dirty="0"/>
              <a:t>2</a:t>
            </a:r>
            <a:endParaRPr lang="zh-CN" altLang="en-US" dirty="0"/>
          </a:p>
        </p:txBody>
      </p:sp>
      <p:cxnSp>
        <p:nvCxnSpPr>
          <p:cNvPr id="50" name="连接符: 肘形 49">
            <a:extLst>
              <a:ext uri="{FF2B5EF4-FFF2-40B4-BE49-F238E27FC236}">
                <a16:creationId xmlns:a16="http://schemas.microsoft.com/office/drawing/2014/main" id="{7234ED29-97FC-4D53-A93A-63879F25C4E7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7286481" y="1988351"/>
            <a:ext cx="459447" cy="1192660"/>
          </a:xfrm>
          <a:prstGeom prst="bentConnector3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连接符: 肘形 52">
            <a:extLst>
              <a:ext uri="{FF2B5EF4-FFF2-40B4-BE49-F238E27FC236}">
                <a16:creationId xmlns:a16="http://schemas.microsoft.com/office/drawing/2014/main" id="{8CEBD5B3-49B2-4CD3-8BA4-C47F10FFC559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7286481" y="1988351"/>
            <a:ext cx="459447" cy="1658291"/>
          </a:xfrm>
          <a:prstGeom prst="bent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70">
            <a:extLst>
              <a:ext uri="{FF2B5EF4-FFF2-40B4-BE49-F238E27FC236}">
                <a16:creationId xmlns:a16="http://schemas.microsoft.com/office/drawing/2014/main" id="{E21B98DD-AD02-4FD8-A40D-2423070D6549}"/>
              </a:ext>
            </a:extLst>
          </p:cNvPr>
          <p:cNvSpPr/>
          <p:nvPr/>
        </p:nvSpPr>
        <p:spPr>
          <a:xfrm>
            <a:off x="7745928" y="4411714"/>
            <a:ext cx="1440000" cy="360000"/>
          </a:xfrm>
          <a:prstGeom prst="rect">
            <a:avLst/>
          </a:prstGeom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底盘右电机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E421934D-AFF2-4895-ABAB-EC2E19E4E08B}"/>
              </a:ext>
            </a:extLst>
          </p:cNvPr>
          <p:cNvSpPr/>
          <p:nvPr/>
        </p:nvSpPr>
        <p:spPr>
          <a:xfrm>
            <a:off x="7745928" y="3939178"/>
            <a:ext cx="1440000" cy="360000"/>
          </a:xfrm>
          <a:prstGeom prst="rect">
            <a:avLst/>
          </a:prstGeom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底盘左电机</a:t>
            </a:r>
          </a:p>
        </p:txBody>
      </p:sp>
      <p:cxnSp>
        <p:nvCxnSpPr>
          <p:cNvPr id="78" name="连接符: 肘形 77">
            <a:extLst>
              <a:ext uri="{FF2B5EF4-FFF2-40B4-BE49-F238E27FC236}">
                <a16:creationId xmlns:a16="http://schemas.microsoft.com/office/drawing/2014/main" id="{AB93FFA3-89FC-4332-AF20-EEB86126FE5E}"/>
              </a:ext>
            </a:extLst>
          </p:cNvPr>
          <p:cNvCxnSpPr>
            <a:cxnSpLocks/>
            <a:endCxn id="71" idx="1"/>
          </p:cNvCxnSpPr>
          <p:nvPr/>
        </p:nvCxnSpPr>
        <p:spPr>
          <a:xfrm>
            <a:off x="7286481" y="1988351"/>
            <a:ext cx="459447" cy="2603363"/>
          </a:xfrm>
          <a:prstGeom prst="bent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连接符: 肘形 81">
            <a:extLst>
              <a:ext uri="{FF2B5EF4-FFF2-40B4-BE49-F238E27FC236}">
                <a16:creationId xmlns:a16="http://schemas.microsoft.com/office/drawing/2014/main" id="{6082DC25-A667-4EAD-A694-FEB9E8C469A4}"/>
              </a:ext>
            </a:extLst>
          </p:cNvPr>
          <p:cNvCxnSpPr>
            <a:cxnSpLocks/>
            <a:endCxn id="72" idx="1"/>
          </p:cNvCxnSpPr>
          <p:nvPr/>
        </p:nvCxnSpPr>
        <p:spPr>
          <a:xfrm>
            <a:off x="7286481" y="1988351"/>
            <a:ext cx="459447" cy="2130827"/>
          </a:xfrm>
          <a:prstGeom prst="bent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连接符: 肘形 274">
            <a:extLst>
              <a:ext uri="{FF2B5EF4-FFF2-40B4-BE49-F238E27FC236}">
                <a16:creationId xmlns:a16="http://schemas.microsoft.com/office/drawing/2014/main" id="{A0D26C3A-0979-405D-9FED-B673874329A1}"/>
              </a:ext>
            </a:extLst>
          </p:cNvPr>
          <p:cNvCxnSpPr>
            <a:cxnSpLocks/>
            <a:stCxn id="63" idx="3"/>
          </p:cNvCxnSpPr>
          <p:nvPr/>
        </p:nvCxnSpPr>
        <p:spPr>
          <a:xfrm rot="10800000">
            <a:off x="5846481" y="1988352"/>
            <a:ext cx="12700" cy="2368817"/>
          </a:xfrm>
          <a:prstGeom prst="bentConnector3">
            <a:avLst>
              <a:gd name="adj1" fmla="val 1800000"/>
            </a:avLst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连接符: 肘形 279">
            <a:extLst>
              <a:ext uri="{FF2B5EF4-FFF2-40B4-BE49-F238E27FC236}">
                <a16:creationId xmlns:a16="http://schemas.microsoft.com/office/drawing/2014/main" id="{B4FE635A-8CAA-4337-AE4C-A159836ACC67}"/>
              </a:ext>
            </a:extLst>
          </p:cNvPr>
          <p:cNvCxnSpPr>
            <a:cxnSpLocks/>
            <a:stCxn id="64" idx="3"/>
          </p:cNvCxnSpPr>
          <p:nvPr/>
        </p:nvCxnSpPr>
        <p:spPr>
          <a:xfrm rot="10800000">
            <a:off x="5846481" y="1988351"/>
            <a:ext cx="12700" cy="1896500"/>
          </a:xfrm>
          <a:prstGeom prst="bentConnector3">
            <a:avLst>
              <a:gd name="adj1" fmla="val 1800000"/>
            </a:avLst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连接符: 肘形 311">
            <a:extLst>
              <a:ext uri="{FF2B5EF4-FFF2-40B4-BE49-F238E27FC236}">
                <a16:creationId xmlns:a16="http://schemas.microsoft.com/office/drawing/2014/main" id="{C27EFF96-89D6-4032-AA53-D7240F0B045A}"/>
              </a:ext>
            </a:extLst>
          </p:cNvPr>
          <p:cNvCxnSpPr>
            <a:cxnSpLocks/>
          </p:cNvCxnSpPr>
          <p:nvPr/>
        </p:nvCxnSpPr>
        <p:spPr>
          <a:xfrm flipV="1">
            <a:off x="5126483" y="2701956"/>
            <a:ext cx="12700" cy="2123364"/>
          </a:xfrm>
          <a:prstGeom prst="bentConnector3">
            <a:avLst>
              <a:gd name="adj1" fmla="val 1800000"/>
            </a:avLst>
          </a:prstGeom>
          <a:ln w="2540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连接符: 肘形 64">
            <a:extLst>
              <a:ext uri="{FF2B5EF4-FFF2-40B4-BE49-F238E27FC236}">
                <a16:creationId xmlns:a16="http://schemas.microsoft.com/office/drawing/2014/main" id="{BEED672D-3E91-42E3-AE10-34CB634B809C}"/>
              </a:ext>
            </a:extLst>
          </p:cNvPr>
          <p:cNvCxnSpPr>
            <a:cxnSpLocks/>
          </p:cNvCxnSpPr>
          <p:nvPr/>
        </p:nvCxnSpPr>
        <p:spPr>
          <a:xfrm rot="16200000" flipV="1">
            <a:off x="5703218" y="945088"/>
            <a:ext cx="286529" cy="1439998"/>
          </a:xfrm>
          <a:prstGeom prst="bentConnector2">
            <a:avLst/>
          </a:prstGeom>
          <a:ln w="2540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矩形 82">
            <a:extLst>
              <a:ext uri="{FF2B5EF4-FFF2-40B4-BE49-F238E27FC236}">
                <a16:creationId xmlns:a16="http://schemas.microsoft.com/office/drawing/2014/main" id="{B65C79F5-B7B4-4A54-AF9D-5F0A277121B4}"/>
              </a:ext>
            </a:extLst>
          </p:cNvPr>
          <p:cNvSpPr/>
          <p:nvPr/>
        </p:nvSpPr>
        <p:spPr>
          <a:xfrm flipH="1">
            <a:off x="5846481" y="3234617"/>
            <a:ext cx="1440000" cy="360000"/>
          </a:xfrm>
          <a:prstGeom prst="rect">
            <a:avLst/>
          </a:prstGeom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状态指示灯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BCD8E508-203B-4A49-BEA1-05778301D485}"/>
              </a:ext>
            </a:extLst>
          </p:cNvPr>
          <p:cNvSpPr/>
          <p:nvPr/>
        </p:nvSpPr>
        <p:spPr>
          <a:xfrm flipH="1">
            <a:off x="5846481" y="2766465"/>
            <a:ext cx="1440000" cy="360000"/>
          </a:xfrm>
          <a:prstGeom prst="rect">
            <a:avLst/>
          </a:prstGeom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蜂鸣器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F9443EF9-7133-482D-96FF-38C2426F1A90}"/>
              </a:ext>
            </a:extLst>
          </p:cNvPr>
          <p:cNvSpPr/>
          <p:nvPr/>
        </p:nvSpPr>
        <p:spPr>
          <a:xfrm flipH="1">
            <a:off x="5846481" y="2294148"/>
            <a:ext cx="1440000" cy="360000"/>
          </a:xfrm>
          <a:prstGeom prst="rect">
            <a:avLst/>
          </a:prstGeom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补光灯</a:t>
            </a:r>
          </a:p>
        </p:txBody>
      </p:sp>
      <p:cxnSp>
        <p:nvCxnSpPr>
          <p:cNvPr id="86" name="连接符: 肘形 85">
            <a:extLst>
              <a:ext uri="{FF2B5EF4-FFF2-40B4-BE49-F238E27FC236}">
                <a16:creationId xmlns:a16="http://schemas.microsoft.com/office/drawing/2014/main" id="{D1A9990F-D9CA-481D-BADE-2D02CBF2FEC8}"/>
              </a:ext>
            </a:extLst>
          </p:cNvPr>
          <p:cNvCxnSpPr>
            <a:cxnSpLocks/>
            <a:endCxn id="85" idx="1"/>
          </p:cNvCxnSpPr>
          <p:nvPr/>
        </p:nvCxnSpPr>
        <p:spPr>
          <a:xfrm>
            <a:off x="7286481" y="1988351"/>
            <a:ext cx="12700" cy="485797"/>
          </a:xfrm>
          <a:prstGeom prst="bentConnector3">
            <a:avLst>
              <a:gd name="adj1" fmla="val 180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连接符: 肘形 89">
            <a:extLst>
              <a:ext uri="{FF2B5EF4-FFF2-40B4-BE49-F238E27FC236}">
                <a16:creationId xmlns:a16="http://schemas.microsoft.com/office/drawing/2014/main" id="{C27062F0-1A39-4CC9-B9A4-A890EC9F6983}"/>
              </a:ext>
            </a:extLst>
          </p:cNvPr>
          <p:cNvCxnSpPr>
            <a:cxnSpLocks/>
            <a:endCxn id="84" idx="1"/>
          </p:cNvCxnSpPr>
          <p:nvPr/>
        </p:nvCxnSpPr>
        <p:spPr>
          <a:xfrm>
            <a:off x="7286481" y="1988351"/>
            <a:ext cx="12700" cy="958114"/>
          </a:xfrm>
          <a:prstGeom prst="bentConnector3">
            <a:avLst>
              <a:gd name="adj1" fmla="val 180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连接符: 肘形 91">
            <a:extLst>
              <a:ext uri="{FF2B5EF4-FFF2-40B4-BE49-F238E27FC236}">
                <a16:creationId xmlns:a16="http://schemas.microsoft.com/office/drawing/2014/main" id="{328C017D-45FF-4F14-88AD-589072FFE2DB}"/>
              </a:ext>
            </a:extLst>
          </p:cNvPr>
          <p:cNvCxnSpPr>
            <a:cxnSpLocks/>
            <a:endCxn id="83" idx="1"/>
          </p:cNvCxnSpPr>
          <p:nvPr/>
        </p:nvCxnSpPr>
        <p:spPr>
          <a:xfrm>
            <a:off x="7286481" y="1988351"/>
            <a:ext cx="12700" cy="1426266"/>
          </a:xfrm>
          <a:prstGeom prst="bentConnector3">
            <a:avLst>
              <a:gd name="adj1" fmla="val 180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471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组合 80">
            <a:extLst>
              <a:ext uri="{FF2B5EF4-FFF2-40B4-BE49-F238E27FC236}">
                <a16:creationId xmlns:a16="http://schemas.microsoft.com/office/drawing/2014/main" id="{08D476FB-A3E3-5B4B-517D-9A7110854009}"/>
              </a:ext>
            </a:extLst>
          </p:cNvPr>
          <p:cNvGrpSpPr/>
          <p:nvPr/>
        </p:nvGrpSpPr>
        <p:grpSpPr>
          <a:xfrm>
            <a:off x="1782640" y="1341822"/>
            <a:ext cx="7882061" cy="3668193"/>
            <a:chOff x="1782640" y="1341822"/>
            <a:chExt cx="7882061" cy="3668193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56978052-C964-4B55-8DF3-62BE9DE4FA73}"/>
                </a:ext>
              </a:extLst>
            </p:cNvPr>
            <p:cNvSpPr/>
            <p:nvPr/>
          </p:nvSpPr>
          <p:spPr>
            <a:xfrm>
              <a:off x="3686483" y="2284482"/>
              <a:ext cx="1440000" cy="834947"/>
            </a:xfrm>
            <a:prstGeom prst="roundRect">
              <a:avLst>
                <a:gd name="adj" fmla="val 9473"/>
              </a:avLst>
            </a:prstGeom>
            <a:solidFill>
              <a:srgbClr val="C00000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Jetson</a:t>
              </a:r>
            </a:p>
            <a:p>
              <a:pPr algn="ctr"/>
              <a:r>
                <a:rPr lang="en-US" altLang="zh-CN" dirty="0"/>
                <a:t>AGX Orin</a:t>
              </a:r>
              <a:endParaRPr lang="zh-CN" altLang="en-US" dirty="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13662F91-EF9A-4A73-9EE7-4601415679BC}"/>
                </a:ext>
              </a:extLst>
            </p:cNvPr>
            <p:cNvSpPr/>
            <p:nvPr/>
          </p:nvSpPr>
          <p:spPr>
            <a:xfrm>
              <a:off x="1786601" y="2287332"/>
              <a:ext cx="1440000" cy="360000"/>
            </a:xfrm>
            <a:prstGeom prst="rect">
              <a:avLst/>
            </a:prstGeom>
            <a:solidFill>
              <a:srgbClr val="00B050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深度相机</a:t>
              </a:r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9D2652F-4D4F-4F50-B393-8AD7DA5453E4}"/>
                </a:ext>
              </a:extLst>
            </p:cNvPr>
            <p:cNvSpPr/>
            <p:nvPr/>
          </p:nvSpPr>
          <p:spPr>
            <a:xfrm>
              <a:off x="1786600" y="2759868"/>
              <a:ext cx="1440000" cy="360000"/>
            </a:xfrm>
            <a:prstGeom prst="rect">
              <a:avLst/>
            </a:prstGeom>
            <a:solidFill>
              <a:srgbClr val="00B050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深度相机</a:t>
              </a:r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04F6C17-6605-4175-841D-E90D5EAEBC10}"/>
                </a:ext>
              </a:extLst>
            </p:cNvPr>
            <p:cNvSpPr/>
            <p:nvPr/>
          </p:nvSpPr>
          <p:spPr>
            <a:xfrm>
              <a:off x="1786599" y="3704940"/>
              <a:ext cx="1440000" cy="360000"/>
            </a:xfrm>
            <a:prstGeom prst="rect">
              <a:avLst/>
            </a:prstGeom>
            <a:solidFill>
              <a:srgbClr val="00B050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宇树雷达</a:t>
              </a:r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EBBF7A2C-19F0-4A24-B2BE-C80F8E3820C4}"/>
                </a:ext>
              </a:extLst>
            </p:cNvPr>
            <p:cNvSpPr/>
            <p:nvPr/>
          </p:nvSpPr>
          <p:spPr>
            <a:xfrm>
              <a:off x="1786598" y="4177476"/>
              <a:ext cx="1440000" cy="360000"/>
            </a:xfrm>
            <a:prstGeom prst="rect">
              <a:avLst/>
            </a:prstGeom>
            <a:solidFill>
              <a:srgbClr val="00B050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宇树雷达</a:t>
              </a:r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4A763303-A031-4C9F-BE0F-E1EE1FB020BF}"/>
                </a:ext>
              </a:extLst>
            </p:cNvPr>
            <p:cNvSpPr/>
            <p:nvPr/>
          </p:nvSpPr>
          <p:spPr>
            <a:xfrm>
              <a:off x="1782641" y="4650015"/>
              <a:ext cx="1440000" cy="360000"/>
            </a:xfrm>
            <a:prstGeom prst="rect">
              <a:avLst/>
            </a:prstGeom>
            <a:solidFill>
              <a:srgbClr val="00B050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检测相机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DB34C991-1DC3-44E5-941A-AC745468E57D}"/>
                </a:ext>
              </a:extLst>
            </p:cNvPr>
            <p:cNvSpPr/>
            <p:nvPr/>
          </p:nvSpPr>
          <p:spPr>
            <a:xfrm>
              <a:off x="3686483" y="3699808"/>
              <a:ext cx="1440000" cy="360001"/>
            </a:xfrm>
            <a:prstGeom prst="rect">
              <a:avLst/>
            </a:prstGeom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显示屏幕</a:t>
              </a:r>
              <a:endParaRPr lang="en-US" altLang="zh-CN" dirty="0"/>
            </a:p>
          </p:txBody>
        </p: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F20AE23C-1421-44D3-ACFA-49ABAB931DEE}"/>
                </a:ext>
              </a:extLst>
            </p:cNvPr>
            <p:cNvCxnSpPr>
              <a:cxnSpLocks/>
            </p:cNvCxnSpPr>
            <p:nvPr/>
          </p:nvCxnSpPr>
          <p:spPr>
            <a:xfrm>
              <a:off x="4406483" y="1701822"/>
              <a:ext cx="0" cy="582660"/>
            </a:xfrm>
            <a:prstGeom prst="straightConnector1">
              <a:avLst/>
            </a:prstGeom>
            <a:ln w="25400">
              <a:solidFill>
                <a:srgbClr val="FFC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696A1CDC-31C1-45F6-9C82-30126DB85432}"/>
                </a:ext>
              </a:extLst>
            </p:cNvPr>
            <p:cNvCxnSpPr>
              <a:cxnSpLocks/>
              <a:endCxn id="16" idx="0"/>
            </p:cNvCxnSpPr>
            <p:nvPr/>
          </p:nvCxnSpPr>
          <p:spPr>
            <a:xfrm>
              <a:off x="4406483" y="3119429"/>
              <a:ext cx="0" cy="580379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69DCB004-61DA-4B33-96FE-16B7339FC04C}"/>
                </a:ext>
              </a:extLst>
            </p:cNvPr>
            <p:cNvSpPr/>
            <p:nvPr/>
          </p:nvSpPr>
          <p:spPr>
            <a:xfrm>
              <a:off x="1782642" y="1814796"/>
              <a:ext cx="1440000" cy="360000"/>
            </a:xfrm>
            <a:prstGeom prst="rect">
              <a:avLst/>
            </a:prstGeom>
            <a:solidFill>
              <a:srgbClr val="00B050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热成像</a:t>
              </a:r>
            </a:p>
          </p:txBody>
        </p:sp>
        <p:sp>
          <p:nvSpPr>
            <p:cNvPr id="88" name="矩形: 圆角 87">
              <a:extLst>
                <a:ext uri="{FF2B5EF4-FFF2-40B4-BE49-F238E27FC236}">
                  <a16:creationId xmlns:a16="http://schemas.microsoft.com/office/drawing/2014/main" id="{5DEC7358-5CC6-4F62-B398-8386084EEAD8}"/>
                </a:ext>
              </a:extLst>
            </p:cNvPr>
            <p:cNvSpPr/>
            <p:nvPr/>
          </p:nvSpPr>
          <p:spPr>
            <a:xfrm>
              <a:off x="3686483" y="4645320"/>
              <a:ext cx="1440000" cy="360000"/>
            </a:xfrm>
            <a:prstGeom prst="roundRect">
              <a:avLst/>
            </a:prstGeom>
            <a:solidFill>
              <a:srgbClr val="FFC000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交换机</a:t>
              </a:r>
            </a:p>
          </p:txBody>
        </p:sp>
        <p:sp>
          <p:nvSpPr>
            <p:cNvPr id="89" name="矩形: 圆角 88">
              <a:extLst>
                <a:ext uri="{FF2B5EF4-FFF2-40B4-BE49-F238E27FC236}">
                  <a16:creationId xmlns:a16="http://schemas.microsoft.com/office/drawing/2014/main" id="{D87FFBBF-1DE4-4BE5-BB19-8CB014630C29}"/>
                </a:ext>
              </a:extLst>
            </p:cNvPr>
            <p:cNvSpPr/>
            <p:nvPr/>
          </p:nvSpPr>
          <p:spPr>
            <a:xfrm>
              <a:off x="3686483" y="1341822"/>
              <a:ext cx="1440000" cy="360000"/>
            </a:xfrm>
            <a:prstGeom prst="roundRect">
              <a:avLst/>
            </a:prstGeom>
            <a:solidFill>
              <a:srgbClr val="FFC000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USB Hub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0" name="连接符: 肘形 39">
              <a:extLst>
                <a:ext uri="{FF2B5EF4-FFF2-40B4-BE49-F238E27FC236}">
                  <a16:creationId xmlns:a16="http://schemas.microsoft.com/office/drawing/2014/main" id="{F6C98772-4FA9-4D31-B532-D42D79AA8613}"/>
                </a:ext>
              </a:extLst>
            </p:cNvPr>
            <p:cNvCxnSpPr>
              <a:cxnSpLocks/>
              <a:stCxn id="59" idx="3"/>
            </p:cNvCxnSpPr>
            <p:nvPr/>
          </p:nvCxnSpPr>
          <p:spPr>
            <a:xfrm flipV="1">
              <a:off x="3222642" y="1521822"/>
              <a:ext cx="463841" cy="472974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连接符: 肘形 53">
              <a:extLst>
                <a:ext uri="{FF2B5EF4-FFF2-40B4-BE49-F238E27FC236}">
                  <a16:creationId xmlns:a16="http://schemas.microsoft.com/office/drawing/2014/main" id="{C1D0DB1D-D809-48D4-B9A7-0D6B64E1CBAD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 flipV="1">
              <a:off x="3226600" y="1521822"/>
              <a:ext cx="459883" cy="1418046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8F06DC30-DCC2-4B34-AAFB-2787A91F7813}"/>
                </a:ext>
              </a:extLst>
            </p:cNvPr>
            <p:cNvSpPr/>
            <p:nvPr/>
          </p:nvSpPr>
          <p:spPr>
            <a:xfrm>
              <a:off x="1782641" y="1342260"/>
              <a:ext cx="1440000" cy="360000"/>
            </a:xfrm>
            <a:prstGeom prst="rect">
              <a:avLst/>
            </a:prstGeom>
            <a:solidFill>
              <a:srgbClr val="00B050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USB</a:t>
              </a:r>
              <a:r>
                <a:rPr lang="zh-CN" altLang="en-US" dirty="0"/>
                <a:t>相机</a:t>
              </a:r>
            </a:p>
          </p:txBody>
        </p:sp>
        <p:cxnSp>
          <p:nvCxnSpPr>
            <p:cNvPr id="61" name="连接符: 肘形 60">
              <a:extLst>
                <a:ext uri="{FF2B5EF4-FFF2-40B4-BE49-F238E27FC236}">
                  <a16:creationId xmlns:a16="http://schemas.microsoft.com/office/drawing/2014/main" id="{C3A0D0FE-D974-4A52-A750-621A17521E08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 flipV="1">
              <a:off x="3226601" y="1521822"/>
              <a:ext cx="459882" cy="945510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连接符: 肘形 65">
              <a:extLst>
                <a:ext uri="{FF2B5EF4-FFF2-40B4-BE49-F238E27FC236}">
                  <a16:creationId xmlns:a16="http://schemas.microsoft.com/office/drawing/2014/main" id="{52628026-EF02-412C-B657-B783057B5608}"/>
                </a:ext>
              </a:extLst>
            </p:cNvPr>
            <p:cNvCxnSpPr>
              <a:cxnSpLocks/>
              <a:stCxn id="57" idx="3"/>
            </p:cNvCxnSpPr>
            <p:nvPr/>
          </p:nvCxnSpPr>
          <p:spPr>
            <a:xfrm flipV="1">
              <a:off x="3222641" y="1521822"/>
              <a:ext cx="463842" cy="438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连接符: 肘形 66">
              <a:extLst>
                <a:ext uri="{FF2B5EF4-FFF2-40B4-BE49-F238E27FC236}">
                  <a16:creationId xmlns:a16="http://schemas.microsoft.com/office/drawing/2014/main" id="{E48599F7-40F1-4122-ACB0-7F4BA43ACB28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3226599" y="3884940"/>
              <a:ext cx="459884" cy="940380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连接符: 肘形 69">
              <a:extLst>
                <a:ext uri="{FF2B5EF4-FFF2-40B4-BE49-F238E27FC236}">
                  <a16:creationId xmlns:a16="http://schemas.microsoft.com/office/drawing/2014/main" id="{E94D3C54-343C-420A-A244-23A00F41A07E}"/>
                </a:ext>
              </a:extLst>
            </p:cNvPr>
            <p:cNvCxnSpPr>
              <a:cxnSpLocks/>
              <a:stCxn id="12" idx="3"/>
            </p:cNvCxnSpPr>
            <p:nvPr/>
          </p:nvCxnSpPr>
          <p:spPr>
            <a:xfrm flipV="1">
              <a:off x="3222641" y="4825320"/>
              <a:ext cx="463842" cy="4695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连接符: 肘形 72">
              <a:extLst>
                <a:ext uri="{FF2B5EF4-FFF2-40B4-BE49-F238E27FC236}">
                  <a16:creationId xmlns:a16="http://schemas.microsoft.com/office/drawing/2014/main" id="{5AB98AD0-11E7-4D76-8A30-D2DC1984E6C3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>
              <a:off x="3226598" y="4357476"/>
              <a:ext cx="459885" cy="467844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2" name="矩形 241">
              <a:extLst>
                <a:ext uri="{FF2B5EF4-FFF2-40B4-BE49-F238E27FC236}">
                  <a16:creationId xmlns:a16="http://schemas.microsoft.com/office/drawing/2014/main" id="{9FAED073-58C5-408F-BF6A-C11057627820}"/>
                </a:ext>
              </a:extLst>
            </p:cNvPr>
            <p:cNvSpPr/>
            <p:nvPr/>
          </p:nvSpPr>
          <p:spPr>
            <a:xfrm>
              <a:off x="1782640" y="3232404"/>
              <a:ext cx="1440000" cy="360000"/>
            </a:xfrm>
            <a:prstGeom prst="rect">
              <a:avLst/>
            </a:prstGeom>
            <a:solidFill>
              <a:srgbClr val="00B050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鼠标键盘</a:t>
              </a:r>
            </a:p>
          </p:txBody>
        </p:sp>
        <p:cxnSp>
          <p:nvCxnSpPr>
            <p:cNvPr id="243" name="连接符: 肘形 242">
              <a:extLst>
                <a:ext uri="{FF2B5EF4-FFF2-40B4-BE49-F238E27FC236}">
                  <a16:creationId xmlns:a16="http://schemas.microsoft.com/office/drawing/2014/main" id="{5E4931BC-3EB8-4667-B7BF-DA79864D3D23}"/>
                </a:ext>
              </a:extLst>
            </p:cNvPr>
            <p:cNvCxnSpPr>
              <a:cxnSpLocks/>
              <a:stCxn id="242" idx="3"/>
            </p:cNvCxnSpPr>
            <p:nvPr/>
          </p:nvCxnSpPr>
          <p:spPr>
            <a:xfrm flipV="1">
              <a:off x="3222640" y="1521822"/>
              <a:ext cx="463843" cy="1890582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2D3B77A-7D16-424B-A5BF-1AD25EC2F97C}"/>
                </a:ext>
              </a:extLst>
            </p:cNvPr>
            <p:cNvSpPr/>
            <p:nvPr/>
          </p:nvSpPr>
          <p:spPr>
            <a:xfrm flipH="1">
              <a:off x="5846481" y="4645320"/>
              <a:ext cx="1440000" cy="360000"/>
            </a:xfrm>
            <a:prstGeom prst="rect">
              <a:avLst/>
            </a:prstGeom>
            <a:solidFill>
              <a:srgbClr val="00B050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遥控接收机</a:t>
              </a:r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8E30A72D-1435-4A78-AE0E-3925F4941A6D}"/>
                </a:ext>
              </a:extLst>
            </p:cNvPr>
            <p:cNvSpPr/>
            <p:nvPr/>
          </p:nvSpPr>
          <p:spPr>
            <a:xfrm flipH="1">
              <a:off x="5846481" y="4177168"/>
              <a:ext cx="1440000" cy="360000"/>
            </a:xfrm>
            <a:prstGeom prst="rect">
              <a:avLst/>
            </a:prstGeom>
            <a:solidFill>
              <a:srgbClr val="00B050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燃气传感器</a:t>
              </a:r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562677BF-D594-47D3-9C84-2F4EF0B40AA4}"/>
                </a:ext>
              </a:extLst>
            </p:cNvPr>
            <p:cNvSpPr/>
            <p:nvPr/>
          </p:nvSpPr>
          <p:spPr>
            <a:xfrm flipH="1">
              <a:off x="5846481" y="3704851"/>
              <a:ext cx="1440000" cy="360000"/>
            </a:xfrm>
            <a:prstGeom prst="rect">
              <a:avLst/>
            </a:prstGeom>
            <a:solidFill>
              <a:srgbClr val="00B050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烟雾传感器</a:t>
              </a:r>
            </a:p>
          </p:txBody>
        </p:sp>
        <p:cxnSp>
          <p:nvCxnSpPr>
            <p:cNvPr id="68" name="连接符: 肘形 67">
              <a:extLst>
                <a:ext uri="{FF2B5EF4-FFF2-40B4-BE49-F238E27FC236}">
                  <a16:creationId xmlns:a16="http://schemas.microsoft.com/office/drawing/2014/main" id="{523A2B27-D6DB-4812-9AB7-08AF26066687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 rot="10800000">
              <a:off x="5846481" y="1988352"/>
              <a:ext cx="12700" cy="2836969"/>
            </a:xfrm>
            <a:prstGeom prst="bentConnector3">
              <a:avLst>
                <a:gd name="adj1" fmla="val 1800000"/>
              </a:avLst>
            </a:prstGeom>
            <a:ln w="254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8C853BD7-4B84-4F04-8597-C4647B0D8DC8}"/>
                </a:ext>
              </a:extLst>
            </p:cNvPr>
            <p:cNvSpPr/>
            <p:nvPr/>
          </p:nvSpPr>
          <p:spPr>
            <a:xfrm>
              <a:off x="7745928" y="2061588"/>
              <a:ext cx="1918772" cy="360000"/>
            </a:xfrm>
            <a:prstGeom prst="rect">
              <a:avLst/>
            </a:prstGeom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云台俯仰舵机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1DCED41-739D-4B03-9481-0EFE05E19A00}"/>
                </a:ext>
              </a:extLst>
            </p:cNvPr>
            <p:cNvSpPr/>
            <p:nvPr/>
          </p:nvSpPr>
          <p:spPr>
            <a:xfrm>
              <a:off x="7745929" y="2532707"/>
              <a:ext cx="1918772" cy="360000"/>
            </a:xfrm>
            <a:prstGeom prst="rect">
              <a:avLst/>
            </a:prstGeom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云台偏航舵机</a:t>
              </a:r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5076E9AC-72DD-404B-BC81-8DF5460383CD}"/>
                </a:ext>
              </a:extLst>
            </p:cNvPr>
            <p:cNvSpPr/>
            <p:nvPr/>
          </p:nvSpPr>
          <p:spPr>
            <a:xfrm>
              <a:off x="5846481" y="1808351"/>
              <a:ext cx="1440000" cy="360000"/>
            </a:xfrm>
            <a:prstGeom prst="roundRect">
              <a:avLst/>
            </a:prstGeom>
            <a:solidFill>
              <a:srgbClr val="FFC000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ESP32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38" name="连接符: 肘形 37">
              <a:extLst>
                <a:ext uri="{FF2B5EF4-FFF2-40B4-BE49-F238E27FC236}">
                  <a16:creationId xmlns:a16="http://schemas.microsoft.com/office/drawing/2014/main" id="{1BDD1B6E-46A0-41E9-8BE1-59E9D03E0FE1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>
              <a:off x="7286481" y="1988351"/>
              <a:ext cx="459447" cy="253237"/>
            </a:xfrm>
            <a:prstGeom prst="bentConnector3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连接符: 肘形 38">
              <a:extLst>
                <a:ext uri="{FF2B5EF4-FFF2-40B4-BE49-F238E27FC236}">
                  <a16:creationId xmlns:a16="http://schemas.microsoft.com/office/drawing/2014/main" id="{6683AF2D-BAC7-4E1A-BC52-0361759DBBA2}"/>
                </a:ext>
              </a:extLst>
            </p:cNvPr>
            <p:cNvCxnSpPr>
              <a:cxnSpLocks/>
              <a:stCxn id="11" idx="3"/>
              <a:endCxn id="10" idx="1"/>
            </p:cNvCxnSpPr>
            <p:nvPr/>
          </p:nvCxnSpPr>
          <p:spPr>
            <a:xfrm>
              <a:off x="7286481" y="1988351"/>
              <a:ext cx="459448" cy="724356"/>
            </a:xfrm>
            <a:prstGeom prst="bentConnector3">
              <a:avLst>
                <a:gd name="adj1" fmla="val 50000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66398989-AB35-4242-A30A-0C7C98DE5FCE}"/>
                </a:ext>
              </a:extLst>
            </p:cNvPr>
            <p:cNvSpPr/>
            <p:nvPr/>
          </p:nvSpPr>
          <p:spPr>
            <a:xfrm>
              <a:off x="7745928" y="3001011"/>
              <a:ext cx="1918772" cy="360000"/>
            </a:xfrm>
            <a:prstGeom prst="rect">
              <a:avLst/>
            </a:prstGeom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灭火电机</a:t>
              </a:r>
              <a:r>
                <a:rPr lang="en-US" altLang="zh-CN" dirty="0"/>
                <a:t>1</a:t>
              </a:r>
              <a:r>
                <a:rPr lang="zh-CN" altLang="en-US" dirty="0"/>
                <a:t>驱动</a:t>
              </a: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13DA73F9-1EF9-488B-8313-EFA4C737E206}"/>
                </a:ext>
              </a:extLst>
            </p:cNvPr>
            <p:cNvSpPr/>
            <p:nvPr/>
          </p:nvSpPr>
          <p:spPr>
            <a:xfrm>
              <a:off x="7745928" y="3466642"/>
              <a:ext cx="1918772" cy="360000"/>
            </a:xfrm>
            <a:prstGeom prst="rect">
              <a:avLst/>
            </a:prstGeom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灭火电机</a:t>
              </a:r>
              <a:r>
                <a:rPr lang="en-US" altLang="zh-CN" dirty="0"/>
                <a:t>2</a:t>
              </a:r>
              <a:r>
                <a:rPr lang="zh-CN" altLang="en-US" dirty="0"/>
                <a:t>驱动</a:t>
              </a:r>
            </a:p>
          </p:txBody>
        </p:sp>
        <p:cxnSp>
          <p:nvCxnSpPr>
            <p:cNvPr id="50" name="连接符: 肘形 49">
              <a:extLst>
                <a:ext uri="{FF2B5EF4-FFF2-40B4-BE49-F238E27FC236}">
                  <a16:creationId xmlns:a16="http://schemas.microsoft.com/office/drawing/2014/main" id="{7234ED29-97FC-4D53-A93A-63879F25C4E7}"/>
                </a:ext>
              </a:extLst>
            </p:cNvPr>
            <p:cNvCxnSpPr>
              <a:cxnSpLocks/>
              <a:stCxn id="11" idx="3"/>
              <a:endCxn id="47" idx="1"/>
            </p:cNvCxnSpPr>
            <p:nvPr/>
          </p:nvCxnSpPr>
          <p:spPr>
            <a:xfrm>
              <a:off x="7286481" y="1988351"/>
              <a:ext cx="459447" cy="1192660"/>
            </a:xfrm>
            <a:prstGeom prst="bentConnector3">
              <a:avLst>
                <a:gd name="adj1" fmla="val 50000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连接符: 肘形 52">
              <a:extLst>
                <a:ext uri="{FF2B5EF4-FFF2-40B4-BE49-F238E27FC236}">
                  <a16:creationId xmlns:a16="http://schemas.microsoft.com/office/drawing/2014/main" id="{8CEBD5B3-49B2-4CD3-8BA4-C47F10FFC559}"/>
                </a:ext>
              </a:extLst>
            </p:cNvPr>
            <p:cNvCxnSpPr>
              <a:cxnSpLocks/>
              <a:stCxn id="11" idx="3"/>
              <a:endCxn id="48" idx="1"/>
            </p:cNvCxnSpPr>
            <p:nvPr/>
          </p:nvCxnSpPr>
          <p:spPr>
            <a:xfrm>
              <a:off x="7286481" y="1988351"/>
              <a:ext cx="459447" cy="1658291"/>
            </a:xfrm>
            <a:prstGeom prst="bentConnector3">
              <a:avLst>
                <a:gd name="adj1" fmla="val 50000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E21B98DD-AD02-4FD8-A40D-2423070D6549}"/>
                </a:ext>
              </a:extLst>
            </p:cNvPr>
            <p:cNvSpPr/>
            <p:nvPr/>
          </p:nvSpPr>
          <p:spPr>
            <a:xfrm>
              <a:off x="7745928" y="4411714"/>
              <a:ext cx="1918772" cy="360000"/>
            </a:xfrm>
            <a:prstGeom prst="rect">
              <a:avLst/>
            </a:prstGeom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底盘右电机驱动</a:t>
              </a:r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E421934D-AFF2-4895-ABAB-EC2E19E4E08B}"/>
                </a:ext>
              </a:extLst>
            </p:cNvPr>
            <p:cNvSpPr/>
            <p:nvPr/>
          </p:nvSpPr>
          <p:spPr>
            <a:xfrm>
              <a:off x="7745928" y="3939178"/>
              <a:ext cx="1918772" cy="360000"/>
            </a:xfrm>
            <a:prstGeom prst="rect">
              <a:avLst/>
            </a:prstGeom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底盘左电机驱动</a:t>
              </a:r>
            </a:p>
          </p:txBody>
        </p:sp>
        <p:cxnSp>
          <p:nvCxnSpPr>
            <p:cNvPr id="78" name="连接符: 肘形 77">
              <a:extLst>
                <a:ext uri="{FF2B5EF4-FFF2-40B4-BE49-F238E27FC236}">
                  <a16:creationId xmlns:a16="http://schemas.microsoft.com/office/drawing/2014/main" id="{AB93FFA3-89FC-4332-AF20-EEB86126FE5E}"/>
                </a:ext>
              </a:extLst>
            </p:cNvPr>
            <p:cNvCxnSpPr>
              <a:cxnSpLocks/>
              <a:stCxn id="11" idx="3"/>
              <a:endCxn id="71" idx="1"/>
            </p:cNvCxnSpPr>
            <p:nvPr/>
          </p:nvCxnSpPr>
          <p:spPr>
            <a:xfrm>
              <a:off x="7286481" y="1988351"/>
              <a:ext cx="459447" cy="2603363"/>
            </a:xfrm>
            <a:prstGeom prst="bentConnector3">
              <a:avLst>
                <a:gd name="adj1" fmla="val 50000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连接符: 肘形 81">
              <a:extLst>
                <a:ext uri="{FF2B5EF4-FFF2-40B4-BE49-F238E27FC236}">
                  <a16:creationId xmlns:a16="http://schemas.microsoft.com/office/drawing/2014/main" id="{6082DC25-A667-4EAD-A694-FEB9E8C469A4}"/>
                </a:ext>
              </a:extLst>
            </p:cNvPr>
            <p:cNvCxnSpPr>
              <a:cxnSpLocks/>
              <a:stCxn id="11" idx="3"/>
              <a:endCxn id="72" idx="1"/>
            </p:cNvCxnSpPr>
            <p:nvPr/>
          </p:nvCxnSpPr>
          <p:spPr>
            <a:xfrm>
              <a:off x="7286481" y="1988351"/>
              <a:ext cx="459447" cy="2130827"/>
            </a:xfrm>
            <a:prstGeom prst="bentConnector3">
              <a:avLst>
                <a:gd name="adj1" fmla="val 50000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连接符: 肘形 274">
              <a:extLst>
                <a:ext uri="{FF2B5EF4-FFF2-40B4-BE49-F238E27FC236}">
                  <a16:creationId xmlns:a16="http://schemas.microsoft.com/office/drawing/2014/main" id="{A0D26C3A-0979-405D-9FED-B673874329A1}"/>
                </a:ext>
              </a:extLst>
            </p:cNvPr>
            <p:cNvCxnSpPr>
              <a:cxnSpLocks/>
              <a:stCxn id="63" idx="3"/>
            </p:cNvCxnSpPr>
            <p:nvPr/>
          </p:nvCxnSpPr>
          <p:spPr>
            <a:xfrm rot="10800000">
              <a:off x="5846481" y="1988352"/>
              <a:ext cx="12700" cy="2368817"/>
            </a:xfrm>
            <a:prstGeom prst="bentConnector3">
              <a:avLst>
                <a:gd name="adj1" fmla="val 1800000"/>
              </a:avLst>
            </a:prstGeom>
            <a:ln w="254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连接符: 肘形 279">
              <a:extLst>
                <a:ext uri="{FF2B5EF4-FFF2-40B4-BE49-F238E27FC236}">
                  <a16:creationId xmlns:a16="http://schemas.microsoft.com/office/drawing/2014/main" id="{B4FE635A-8CAA-4337-AE4C-A159836ACC67}"/>
                </a:ext>
              </a:extLst>
            </p:cNvPr>
            <p:cNvCxnSpPr>
              <a:cxnSpLocks/>
              <a:stCxn id="64" idx="3"/>
            </p:cNvCxnSpPr>
            <p:nvPr/>
          </p:nvCxnSpPr>
          <p:spPr>
            <a:xfrm rot="10800000">
              <a:off x="5846481" y="1988351"/>
              <a:ext cx="12700" cy="1896500"/>
            </a:xfrm>
            <a:prstGeom prst="bentConnector3">
              <a:avLst>
                <a:gd name="adj1" fmla="val 1800000"/>
              </a:avLst>
            </a:prstGeom>
            <a:ln w="254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连接符: 肘形 311">
              <a:extLst>
                <a:ext uri="{FF2B5EF4-FFF2-40B4-BE49-F238E27FC236}">
                  <a16:creationId xmlns:a16="http://schemas.microsoft.com/office/drawing/2014/main" id="{C27EFF96-89D6-4032-AA53-D7240F0B04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26483" y="2701956"/>
              <a:ext cx="12700" cy="2123364"/>
            </a:xfrm>
            <a:prstGeom prst="bentConnector3">
              <a:avLst>
                <a:gd name="adj1" fmla="val 1800000"/>
              </a:avLst>
            </a:prstGeom>
            <a:ln w="25400">
              <a:solidFill>
                <a:srgbClr val="FFC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连接符: 肘形 64">
              <a:extLst>
                <a:ext uri="{FF2B5EF4-FFF2-40B4-BE49-F238E27FC236}">
                  <a16:creationId xmlns:a16="http://schemas.microsoft.com/office/drawing/2014/main" id="{BEED672D-3E91-42E3-AE10-34CB634B809C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703218" y="945088"/>
              <a:ext cx="286529" cy="1439998"/>
            </a:xfrm>
            <a:prstGeom prst="bentConnector2">
              <a:avLst/>
            </a:prstGeom>
            <a:ln w="25400">
              <a:solidFill>
                <a:srgbClr val="FFC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B65C79F5-B7B4-4A54-AF9D-5F0A277121B4}"/>
                </a:ext>
              </a:extLst>
            </p:cNvPr>
            <p:cNvSpPr/>
            <p:nvPr/>
          </p:nvSpPr>
          <p:spPr>
            <a:xfrm flipH="1">
              <a:off x="5846481" y="3234617"/>
              <a:ext cx="1440000" cy="360000"/>
            </a:xfrm>
            <a:prstGeom prst="rect">
              <a:avLst/>
            </a:prstGeom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状态指示灯</a:t>
              </a:r>
            </a:p>
          </p:txBody>
        </p: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BCD8E508-203B-4A49-BEA1-05778301D485}"/>
                </a:ext>
              </a:extLst>
            </p:cNvPr>
            <p:cNvSpPr/>
            <p:nvPr/>
          </p:nvSpPr>
          <p:spPr>
            <a:xfrm flipH="1">
              <a:off x="5846481" y="2766465"/>
              <a:ext cx="1440000" cy="360000"/>
            </a:xfrm>
            <a:prstGeom prst="rect">
              <a:avLst/>
            </a:prstGeom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蜂鸣器</a:t>
              </a:r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F9443EF9-7133-482D-96FF-38C2426F1A90}"/>
                </a:ext>
              </a:extLst>
            </p:cNvPr>
            <p:cNvSpPr/>
            <p:nvPr/>
          </p:nvSpPr>
          <p:spPr>
            <a:xfrm flipH="1">
              <a:off x="5846481" y="2294148"/>
              <a:ext cx="1440000" cy="360000"/>
            </a:xfrm>
            <a:prstGeom prst="rect">
              <a:avLst/>
            </a:prstGeom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补光灯</a:t>
              </a:r>
            </a:p>
          </p:txBody>
        </p:sp>
        <p:cxnSp>
          <p:nvCxnSpPr>
            <p:cNvPr id="86" name="连接符: 肘形 85">
              <a:extLst>
                <a:ext uri="{FF2B5EF4-FFF2-40B4-BE49-F238E27FC236}">
                  <a16:creationId xmlns:a16="http://schemas.microsoft.com/office/drawing/2014/main" id="{D1A9990F-D9CA-481D-BADE-2D02CBF2FEC8}"/>
                </a:ext>
              </a:extLst>
            </p:cNvPr>
            <p:cNvCxnSpPr>
              <a:cxnSpLocks/>
              <a:endCxn id="85" idx="1"/>
            </p:cNvCxnSpPr>
            <p:nvPr/>
          </p:nvCxnSpPr>
          <p:spPr>
            <a:xfrm>
              <a:off x="7286481" y="1988351"/>
              <a:ext cx="12700" cy="485797"/>
            </a:xfrm>
            <a:prstGeom prst="bentConnector3">
              <a:avLst>
                <a:gd name="adj1" fmla="val 1800000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连接符: 肘形 89">
              <a:extLst>
                <a:ext uri="{FF2B5EF4-FFF2-40B4-BE49-F238E27FC236}">
                  <a16:creationId xmlns:a16="http://schemas.microsoft.com/office/drawing/2014/main" id="{C27062F0-1A39-4CC9-B9A4-A890EC9F6983}"/>
                </a:ext>
              </a:extLst>
            </p:cNvPr>
            <p:cNvCxnSpPr>
              <a:cxnSpLocks/>
              <a:endCxn id="84" idx="1"/>
            </p:cNvCxnSpPr>
            <p:nvPr/>
          </p:nvCxnSpPr>
          <p:spPr>
            <a:xfrm>
              <a:off x="7286481" y="1988351"/>
              <a:ext cx="12700" cy="958114"/>
            </a:xfrm>
            <a:prstGeom prst="bentConnector3">
              <a:avLst>
                <a:gd name="adj1" fmla="val 1800000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连接符: 肘形 91">
              <a:extLst>
                <a:ext uri="{FF2B5EF4-FFF2-40B4-BE49-F238E27FC236}">
                  <a16:creationId xmlns:a16="http://schemas.microsoft.com/office/drawing/2014/main" id="{328C017D-45FF-4F14-88AD-589072FFE2DB}"/>
                </a:ext>
              </a:extLst>
            </p:cNvPr>
            <p:cNvCxnSpPr>
              <a:cxnSpLocks/>
              <a:endCxn id="83" idx="1"/>
            </p:cNvCxnSpPr>
            <p:nvPr/>
          </p:nvCxnSpPr>
          <p:spPr>
            <a:xfrm>
              <a:off x="7286481" y="1988351"/>
              <a:ext cx="12700" cy="1426266"/>
            </a:xfrm>
            <a:prstGeom prst="bentConnector3">
              <a:avLst>
                <a:gd name="adj1" fmla="val 1800000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72439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94E88-C9F1-BA1C-BEBC-BC899916F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图示 16">
            <a:extLst>
              <a:ext uri="{FF2B5EF4-FFF2-40B4-BE49-F238E27FC236}">
                <a16:creationId xmlns:a16="http://schemas.microsoft.com/office/drawing/2014/main" id="{CD2C3AB3-C07E-0235-D03C-3B110C7FC3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9763656"/>
              </p:ext>
            </p:extLst>
          </p:nvPr>
        </p:nvGraphicFramePr>
        <p:xfrm>
          <a:off x="2444566" y="336848"/>
          <a:ext cx="6371774" cy="6184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74939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CB1C4-595D-8E06-FDEF-AB581DF6E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7505760F-2EEE-8645-AD2A-0EB0A1399077}"/>
              </a:ext>
            </a:extLst>
          </p:cNvPr>
          <p:cNvSpPr/>
          <p:nvPr/>
        </p:nvSpPr>
        <p:spPr>
          <a:xfrm>
            <a:off x="3686483" y="2284482"/>
            <a:ext cx="1440000" cy="834947"/>
          </a:xfrm>
          <a:prstGeom prst="roundRect">
            <a:avLst>
              <a:gd name="adj" fmla="val 9473"/>
            </a:avLst>
          </a:prstGeom>
          <a:solidFill>
            <a:srgbClr val="C0000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Jetson</a:t>
            </a:r>
          </a:p>
          <a:p>
            <a:pPr algn="ctr"/>
            <a:r>
              <a:rPr lang="en-US" altLang="zh-CN" dirty="0"/>
              <a:t>AGX Orin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B71F66A-7AE8-CA0A-2159-4AB281F5CF54}"/>
              </a:ext>
            </a:extLst>
          </p:cNvPr>
          <p:cNvSpPr/>
          <p:nvPr/>
        </p:nvSpPr>
        <p:spPr>
          <a:xfrm>
            <a:off x="1786601" y="2287332"/>
            <a:ext cx="1440000" cy="360000"/>
          </a:xfrm>
          <a:prstGeom prst="rect">
            <a:avLst/>
          </a:prstGeom>
          <a:solidFill>
            <a:srgbClr val="00B05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深度相机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1BE5561-13FB-83C1-D9E3-1F31BFFF2A6C}"/>
              </a:ext>
            </a:extLst>
          </p:cNvPr>
          <p:cNvSpPr/>
          <p:nvPr/>
        </p:nvSpPr>
        <p:spPr>
          <a:xfrm>
            <a:off x="1786600" y="2759868"/>
            <a:ext cx="1440000" cy="360000"/>
          </a:xfrm>
          <a:prstGeom prst="rect">
            <a:avLst/>
          </a:prstGeom>
          <a:solidFill>
            <a:srgbClr val="00B05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深度相机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3479DD-58B2-46B6-DFD3-4B57E458B817}"/>
              </a:ext>
            </a:extLst>
          </p:cNvPr>
          <p:cNvSpPr/>
          <p:nvPr/>
        </p:nvSpPr>
        <p:spPr>
          <a:xfrm>
            <a:off x="1786599" y="3704940"/>
            <a:ext cx="1440000" cy="360000"/>
          </a:xfrm>
          <a:prstGeom prst="rect">
            <a:avLst/>
          </a:prstGeom>
          <a:solidFill>
            <a:srgbClr val="00B05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宇树雷达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0163345-66B8-0E06-F635-F3FFE4F2A7C3}"/>
              </a:ext>
            </a:extLst>
          </p:cNvPr>
          <p:cNvSpPr/>
          <p:nvPr/>
        </p:nvSpPr>
        <p:spPr>
          <a:xfrm>
            <a:off x="1786598" y="4177476"/>
            <a:ext cx="1440000" cy="360000"/>
          </a:xfrm>
          <a:prstGeom prst="rect">
            <a:avLst/>
          </a:prstGeom>
          <a:solidFill>
            <a:srgbClr val="00B05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宇树雷达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82DC8A1-0160-6496-D07E-837ACD15E809}"/>
              </a:ext>
            </a:extLst>
          </p:cNvPr>
          <p:cNvSpPr/>
          <p:nvPr/>
        </p:nvSpPr>
        <p:spPr>
          <a:xfrm>
            <a:off x="1782641" y="4650015"/>
            <a:ext cx="1440000" cy="360000"/>
          </a:xfrm>
          <a:prstGeom prst="rect">
            <a:avLst/>
          </a:prstGeom>
          <a:solidFill>
            <a:srgbClr val="00B05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检测相机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502F068-0EAD-1949-0001-BC57EFEAFD86}"/>
              </a:ext>
            </a:extLst>
          </p:cNvPr>
          <p:cNvSpPr/>
          <p:nvPr/>
        </p:nvSpPr>
        <p:spPr>
          <a:xfrm>
            <a:off x="3686483" y="3699808"/>
            <a:ext cx="1440000" cy="360001"/>
          </a:xfrm>
          <a:prstGeom prst="rect">
            <a:avLst/>
          </a:prstGeom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显示屏幕</a:t>
            </a:r>
            <a:endParaRPr lang="en-US" altLang="zh-CN" dirty="0"/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2A76BAAB-56A1-63DF-3BBD-973226CED5BC}"/>
              </a:ext>
            </a:extLst>
          </p:cNvPr>
          <p:cNvCxnSpPr>
            <a:cxnSpLocks/>
          </p:cNvCxnSpPr>
          <p:nvPr/>
        </p:nvCxnSpPr>
        <p:spPr>
          <a:xfrm>
            <a:off x="4406483" y="1701822"/>
            <a:ext cx="0" cy="582660"/>
          </a:xfrm>
          <a:prstGeom prst="straightConnector1">
            <a:avLst/>
          </a:prstGeom>
          <a:ln w="2540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10C98E35-13EB-6DF1-F66A-2F905CDDF00A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4406483" y="3119429"/>
            <a:ext cx="0" cy="58037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AEBBF1C5-B852-B8F4-BEB3-BFF4882A8A01}"/>
              </a:ext>
            </a:extLst>
          </p:cNvPr>
          <p:cNvSpPr/>
          <p:nvPr/>
        </p:nvSpPr>
        <p:spPr>
          <a:xfrm>
            <a:off x="1782642" y="1814796"/>
            <a:ext cx="1440000" cy="360000"/>
          </a:xfrm>
          <a:prstGeom prst="rect">
            <a:avLst/>
          </a:prstGeom>
          <a:solidFill>
            <a:srgbClr val="00B05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热成像</a:t>
            </a:r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0B075A1F-383E-957B-1A0A-C2C1F95A48B6}"/>
              </a:ext>
            </a:extLst>
          </p:cNvPr>
          <p:cNvSpPr/>
          <p:nvPr/>
        </p:nvSpPr>
        <p:spPr>
          <a:xfrm>
            <a:off x="3686483" y="4645320"/>
            <a:ext cx="1440000" cy="360000"/>
          </a:xfrm>
          <a:prstGeom prst="roundRect">
            <a:avLst/>
          </a:prstGeom>
          <a:solidFill>
            <a:srgbClr val="FFC00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交换机</a:t>
            </a:r>
          </a:p>
        </p:txBody>
      </p: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8C1F4395-460A-A025-21F6-DA517C51CF52}"/>
              </a:ext>
            </a:extLst>
          </p:cNvPr>
          <p:cNvSpPr/>
          <p:nvPr/>
        </p:nvSpPr>
        <p:spPr>
          <a:xfrm>
            <a:off x="3686483" y="1341822"/>
            <a:ext cx="1440000" cy="360000"/>
          </a:xfrm>
          <a:prstGeom prst="roundRect">
            <a:avLst/>
          </a:prstGeom>
          <a:solidFill>
            <a:srgbClr val="FFC00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USB Hub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0FD58B6A-B15F-DF41-66BC-D9269EA3F62A}"/>
              </a:ext>
            </a:extLst>
          </p:cNvPr>
          <p:cNvCxnSpPr>
            <a:cxnSpLocks/>
            <a:stCxn id="59" idx="3"/>
          </p:cNvCxnSpPr>
          <p:nvPr/>
        </p:nvCxnSpPr>
        <p:spPr>
          <a:xfrm flipV="1">
            <a:off x="3222642" y="1521822"/>
            <a:ext cx="463841" cy="472974"/>
          </a:xfrm>
          <a:prstGeom prst="bentConnector3">
            <a:avLst>
              <a:gd name="adj1" fmla="val 50000"/>
            </a:avLst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连接符: 肘形 53">
            <a:extLst>
              <a:ext uri="{FF2B5EF4-FFF2-40B4-BE49-F238E27FC236}">
                <a16:creationId xmlns:a16="http://schemas.microsoft.com/office/drawing/2014/main" id="{8F8F9AE1-810E-CE26-3CF9-805DEA2C6B53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3226600" y="1521822"/>
            <a:ext cx="459883" cy="1418046"/>
          </a:xfrm>
          <a:prstGeom prst="bentConnector3">
            <a:avLst>
              <a:gd name="adj1" fmla="val 50000"/>
            </a:avLst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>
            <a:extLst>
              <a:ext uri="{FF2B5EF4-FFF2-40B4-BE49-F238E27FC236}">
                <a16:creationId xmlns:a16="http://schemas.microsoft.com/office/drawing/2014/main" id="{A0D34DB0-52D7-309F-0B58-5FA124799EAE}"/>
              </a:ext>
            </a:extLst>
          </p:cNvPr>
          <p:cNvSpPr/>
          <p:nvPr/>
        </p:nvSpPr>
        <p:spPr>
          <a:xfrm>
            <a:off x="1782641" y="1342260"/>
            <a:ext cx="1440000" cy="360000"/>
          </a:xfrm>
          <a:prstGeom prst="rect">
            <a:avLst/>
          </a:prstGeom>
          <a:solidFill>
            <a:srgbClr val="00B05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USB</a:t>
            </a:r>
            <a:r>
              <a:rPr lang="zh-CN" altLang="en-US" dirty="0"/>
              <a:t>相机</a:t>
            </a:r>
          </a:p>
        </p:txBody>
      </p: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B3632E0E-4C02-2983-2E6D-38FAAA2BBC98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3226601" y="1521822"/>
            <a:ext cx="459882" cy="945510"/>
          </a:xfrm>
          <a:prstGeom prst="bentConnector3">
            <a:avLst>
              <a:gd name="adj1" fmla="val 50000"/>
            </a:avLst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连接符: 肘形 65">
            <a:extLst>
              <a:ext uri="{FF2B5EF4-FFF2-40B4-BE49-F238E27FC236}">
                <a16:creationId xmlns:a16="http://schemas.microsoft.com/office/drawing/2014/main" id="{668367EB-CA27-6876-D24C-993E221C2436}"/>
              </a:ext>
            </a:extLst>
          </p:cNvPr>
          <p:cNvCxnSpPr>
            <a:cxnSpLocks/>
            <a:stCxn id="57" idx="3"/>
          </p:cNvCxnSpPr>
          <p:nvPr/>
        </p:nvCxnSpPr>
        <p:spPr>
          <a:xfrm flipV="1">
            <a:off x="3222641" y="1521822"/>
            <a:ext cx="463842" cy="438"/>
          </a:xfrm>
          <a:prstGeom prst="bentConnector3">
            <a:avLst>
              <a:gd name="adj1" fmla="val 50000"/>
            </a:avLst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连接符: 肘形 66">
            <a:extLst>
              <a:ext uri="{FF2B5EF4-FFF2-40B4-BE49-F238E27FC236}">
                <a16:creationId xmlns:a16="http://schemas.microsoft.com/office/drawing/2014/main" id="{6C1BD20A-D101-BAF1-120D-E0217D35C74A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226599" y="3884940"/>
            <a:ext cx="459884" cy="940380"/>
          </a:xfrm>
          <a:prstGeom prst="bentConnector3">
            <a:avLst>
              <a:gd name="adj1" fmla="val 50000"/>
            </a:avLst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连接符: 肘形 69">
            <a:extLst>
              <a:ext uri="{FF2B5EF4-FFF2-40B4-BE49-F238E27FC236}">
                <a16:creationId xmlns:a16="http://schemas.microsoft.com/office/drawing/2014/main" id="{A32F09AA-99BB-BD37-52A7-092A9E5F5DBF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3222641" y="4825320"/>
            <a:ext cx="463842" cy="4695"/>
          </a:xfrm>
          <a:prstGeom prst="bentConnector3">
            <a:avLst>
              <a:gd name="adj1" fmla="val 50000"/>
            </a:avLst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连接符: 肘形 72">
            <a:extLst>
              <a:ext uri="{FF2B5EF4-FFF2-40B4-BE49-F238E27FC236}">
                <a16:creationId xmlns:a16="http://schemas.microsoft.com/office/drawing/2014/main" id="{2BAEAA30-3713-158B-4138-CE63FC3DEA6D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3226598" y="4357476"/>
            <a:ext cx="459885" cy="467844"/>
          </a:xfrm>
          <a:prstGeom prst="bentConnector3">
            <a:avLst>
              <a:gd name="adj1" fmla="val 50000"/>
            </a:avLst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矩形 241">
            <a:extLst>
              <a:ext uri="{FF2B5EF4-FFF2-40B4-BE49-F238E27FC236}">
                <a16:creationId xmlns:a16="http://schemas.microsoft.com/office/drawing/2014/main" id="{E9708800-5111-D466-77B7-C777690E1D1E}"/>
              </a:ext>
            </a:extLst>
          </p:cNvPr>
          <p:cNvSpPr/>
          <p:nvPr/>
        </p:nvSpPr>
        <p:spPr>
          <a:xfrm>
            <a:off x="1782640" y="3232404"/>
            <a:ext cx="1440000" cy="360000"/>
          </a:xfrm>
          <a:prstGeom prst="rect">
            <a:avLst/>
          </a:prstGeom>
          <a:solidFill>
            <a:srgbClr val="00B05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鼠标键盘</a:t>
            </a:r>
          </a:p>
        </p:txBody>
      </p:sp>
      <p:cxnSp>
        <p:nvCxnSpPr>
          <p:cNvPr id="243" name="连接符: 肘形 242">
            <a:extLst>
              <a:ext uri="{FF2B5EF4-FFF2-40B4-BE49-F238E27FC236}">
                <a16:creationId xmlns:a16="http://schemas.microsoft.com/office/drawing/2014/main" id="{B6B32429-C443-200B-0DB6-967C409E8512}"/>
              </a:ext>
            </a:extLst>
          </p:cNvPr>
          <p:cNvCxnSpPr>
            <a:cxnSpLocks/>
            <a:stCxn id="242" idx="3"/>
          </p:cNvCxnSpPr>
          <p:nvPr/>
        </p:nvCxnSpPr>
        <p:spPr>
          <a:xfrm flipV="1">
            <a:off x="3222640" y="1521822"/>
            <a:ext cx="463843" cy="1890582"/>
          </a:xfrm>
          <a:prstGeom prst="bentConnector3">
            <a:avLst>
              <a:gd name="adj1" fmla="val 50000"/>
            </a:avLst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BF62840A-C4F7-A694-323A-B8C754C8A7C8}"/>
              </a:ext>
            </a:extLst>
          </p:cNvPr>
          <p:cNvSpPr/>
          <p:nvPr/>
        </p:nvSpPr>
        <p:spPr>
          <a:xfrm flipH="1">
            <a:off x="5846481" y="4645320"/>
            <a:ext cx="1440000" cy="360000"/>
          </a:xfrm>
          <a:prstGeom prst="rect">
            <a:avLst/>
          </a:prstGeom>
          <a:solidFill>
            <a:srgbClr val="00B05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遥控接收机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CC525906-D215-B89A-A802-4E21B91292A2}"/>
              </a:ext>
            </a:extLst>
          </p:cNvPr>
          <p:cNvSpPr/>
          <p:nvPr/>
        </p:nvSpPr>
        <p:spPr>
          <a:xfrm flipH="1">
            <a:off x="5846481" y="4177168"/>
            <a:ext cx="1440000" cy="360000"/>
          </a:xfrm>
          <a:prstGeom prst="rect">
            <a:avLst/>
          </a:prstGeom>
          <a:solidFill>
            <a:srgbClr val="00B05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燃气传感器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C163E37A-EB37-1579-46AE-FC7A67678724}"/>
              </a:ext>
            </a:extLst>
          </p:cNvPr>
          <p:cNvSpPr/>
          <p:nvPr/>
        </p:nvSpPr>
        <p:spPr>
          <a:xfrm flipH="1">
            <a:off x="5846481" y="3704851"/>
            <a:ext cx="1440000" cy="360000"/>
          </a:xfrm>
          <a:prstGeom prst="rect">
            <a:avLst/>
          </a:prstGeom>
          <a:solidFill>
            <a:srgbClr val="00B05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烟雾传感器</a:t>
            </a:r>
          </a:p>
        </p:txBody>
      </p:sp>
      <p:cxnSp>
        <p:nvCxnSpPr>
          <p:cNvPr id="68" name="连接符: 肘形 67">
            <a:extLst>
              <a:ext uri="{FF2B5EF4-FFF2-40B4-BE49-F238E27FC236}">
                <a16:creationId xmlns:a16="http://schemas.microsoft.com/office/drawing/2014/main" id="{EFE8936A-18AE-AA8C-A78A-DD9334331802}"/>
              </a:ext>
            </a:extLst>
          </p:cNvPr>
          <p:cNvCxnSpPr>
            <a:cxnSpLocks/>
            <a:stCxn id="13" idx="3"/>
          </p:cNvCxnSpPr>
          <p:nvPr/>
        </p:nvCxnSpPr>
        <p:spPr>
          <a:xfrm rot="10800000">
            <a:off x="5846481" y="1988352"/>
            <a:ext cx="12700" cy="2836969"/>
          </a:xfrm>
          <a:prstGeom prst="bentConnector3">
            <a:avLst>
              <a:gd name="adj1" fmla="val 1800000"/>
            </a:avLst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6A0E1A6F-B49E-DD25-6E60-C01740CA8D21}"/>
              </a:ext>
            </a:extLst>
          </p:cNvPr>
          <p:cNvSpPr/>
          <p:nvPr/>
        </p:nvSpPr>
        <p:spPr>
          <a:xfrm>
            <a:off x="7745928" y="2061588"/>
            <a:ext cx="1440000" cy="360000"/>
          </a:xfrm>
          <a:prstGeom prst="rect">
            <a:avLst/>
          </a:prstGeom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云台舵机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5FA34CF-F665-AED6-A2E0-1EBD685DDB68}"/>
              </a:ext>
            </a:extLst>
          </p:cNvPr>
          <p:cNvSpPr/>
          <p:nvPr/>
        </p:nvSpPr>
        <p:spPr>
          <a:xfrm>
            <a:off x="7745929" y="2532707"/>
            <a:ext cx="1440000" cy="360000"/>
          </a:xfrm>
          <a:prstGeom prst="rect">
            <a:avLst/>
          </a:prstGeom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云台舵机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43A62D4-7F84-EF98-40A2-59F086234F93}"/>
              </a:ext>
            </a:extLst>
          </p:cNvPr>
          <p:cNvSpPr/>
          <p:nvPr/>
        </p:nvSpPr>
        <p:spPr>
          <a:xfrm>
            <a:off x="5846481" y="1808351"/>
            <a:ext cx="1440000" cy="360000"/>
          </a:xfrm>
          <a:prstGeom prst="roundRect">
            <a:avLst/>
          </a:prstGeom>
          <a:solidFill>
            <a:srgbClr val="FFC00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ESP32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CD3E7635-648B-A526-88D6-D61FEFD6597A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7286481" y="1988351"/>
            <a:ext cx="459447" cy="253237"/>
          </a:xfrm>
          <a:prstGeom prst="bentConnector3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7B9B37DD-1896-05F1-FF96-7D0D0166F928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7286481" y="1988351"/>
            <a:ext cx="459448" cy="724356"/>
          </a:xfrm>
          <a:prstGeom prst="bentConnector3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>
            <a:extLst>
              <a:ext uri="{FF2B5EF4-FFF2-40B4-BE49-F238E27FC236}">
                <a16:creationId xmlns:a16="http://schemas.microsoft.com/office/drawing/2014/main" id="{1F39D037-6AEC-F85C-D807-7673923B5995}"/>
              </a:ext>
            </a:extLst>
          </p:cNvPr>
          <p:cNvSpPr/>
          <p:nvPr/>
        </p:nvSpPr>
        <p:spPr>
          <a:xfrm>
            <a:off x="7745928" y="3001011"/>
            <a:ext cx="1440000" cy="360000"/>
          </a:xfrm>
          <a:prstGeom prst="rect">
            <a:avLst/>
          </a:prstGeom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灭火电机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0072C28-6556-F759-E5CF-704FEF8A729C}"/>
              </a:ext>
            </a:extLst>
          </p:cNvPr>
          <p:cNvSpPr/>
          <p:nvPr/>
        </p:nvSpPr>
        <p:spPr>
          <a:xfrm>
            <a:off x="7745928" y="3466642"/>
            <a:ext cx="1440000" cy="360000"/>
          </a:xfrm>
          <a:prstGeom prst="rect">
            <a:avLst/>
          </a:prstGeom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灭火电机</a:t>
            </a:r>
            <a:r>
              <a:rPr lang="en-US" altLang="zh-CN" dirty="0"/>
              <a:t>2</a:t>
            </a:r>
            <a:endParaRPr lang="zh-CN" altLang="en-US" dirty="0"/>
          </a:p>
        </p:txBody>
      </p:sp>
      <p:cxnSp>
        <p:nvCxnSpPr>
          <p:cNvPr id="50" name="连接符: 肘形 49">
            <a:extLst>
              <a:ext uri="{FF2B5EF4-FFF2-40B4-BE49-F238E27FC236}">
                <a16:creationId xmlns:a16="http://schemas.microsoft.com/office/drawing/2014/main" id="{155037BC-A539-9ABC-B50C-8D1AF44AF2C5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7286481" y="1988351"/>
            <a:ext cx="459447" cy="1192660"/>
          </a:xfrm>
          <a:prstGeom prst="bentConnector3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连接符: 肘形 52">
            <a:extLst>
              <a:ext uri="{FF2B5EF4-FFF2-40B4-BE49-F238E27FC236}">
                <a16:creationId xmlns:a16="http://schemas.microsoft.com/office/drawing/2014/main" id="{58CBD926-1F09-9D41-D992-887F574308B8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7286481" y="1988351"/>
            <a:ext cx="459447" cy="1658291"/>
          </a:xfrm>
          <a:prstGeom prst="bent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70">
            <a:extLst>
              <a:ext uri="{FF2B5EF4-FFF2-40B4-BE49-F238E27FC236}">
                <a16:creationId xmlns:a16="http://schemas.microsoft.com/office/drawing/2014/main" id="{687D95AE-6694-491A-A757-D9F51BBF0F69}"/>
              </a:ext>
            </a:extLst>
          </p:cNvPr>
          <p:cNvSpPr/>
          <p:nvPr/>
        </p:nvSpPr>
        <p:spPr>
          <a:xfrm>
            <a:off x="7745928" y="4411714"/>
            <a:ext cx="1440000" cy="360000"/>
          </a:xfrm>
          <a:prstGeom prst="rect">
            <a:avLst/>
          </a:prstGeom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底盘右电机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005C1E11-56D6-6794-71DA-1B45D960AEBB}"/>
              </a:ext>
            </a:extLst>
          </p:cNvPr>
          <p:cNvSpPr/>
          <p:nvPr/>
        </p:nvSpPr>
        <p:spPr>
          <a:xfrm>
            <a:off x="7745928" y="3939178"/>
            <a:ext cx="1440000" cy="360000"/>
          </a:xfrm>
          <a:prstGeom prst="rect">
            <a:avLst/>
          </a:prstGeom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底盘左电机</a:t>
            </a:r>
          </a:p>
        </p:txBody>
      </p:sp>
      <p:cxnSp>
        <p:nvCxnSpPr>
          <p:cNvPr id="78" name="连接符: 肘形 77">
            <a:extLst>
              <a:ext uri="{FF2B5EF4-FFF2-40B4-BE49-F238E27FC236}">
                <a16:creationId xmlns:a16="http://schemas.microsoft.com/office/drawing/2014/main" id="{3DAB1620-ED00-EE7D-BD61-7241D7F13286}"/>
              </a:ext>
            </a:extLst>
          </p:cNvPr>
          <p:cNvCxnSpPr>
            <a:cxnSpLocks/>
            <a:endCxn id="71" idx="1"/>
          </p:cNvCxnSpPr>
          <p:nvPr/>
        </p:nvCxnSpPr>
        <p:spPr>
          <a:xfrm>
            <a:off x="7286481" y="1988351"/>
            <a:ext cx="459447" cy="2603363"/>
          </a:xfrm>
          <a:prstGeom prst="bent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连接符: 肘形 81">
            <a:extLst>
              <a:ext uri="{FF2B5EF4-FFF2-40B4-BE49-F238E27FC236}">
                <a16:creationId xmlns:a16="http://schemas.microsoft.com/office/drawing/2014/main" id="{5B984BF5-6B95-4201-6991-788C1F04F183}"/>
              </a:ext>
            </a:extLst>
          </p:cNvPr>
          <p:cNvCxnSpPr>
            <a:cxnSpLocks/>
            <a:endCxn id="72" idx="1"/>
          </p:cNvCxnSpPr>
          <p:nvPr/>
        </p:nvCxnSpPr>
        <p:spPr>
          <a:xfrm>
            <a:off x="7286481" y="1988351"/>
            <a:ext cx="459447" cy="2130827"/>
          </a:xfrm>
          <a:prstGeom prst="bent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连接符: 肘形 274">
            <a:extLst>
              <a:ext uri="{FF2B5EF4-FFF2-40B4-BE49-F238E27FC236}">
                <a16:creationId xmlns:a16="http://schemas.microsoft.com/office/drawing/2014/main" id="{866B8BF3-F0B4-EFBC-D490-E67ED449F6AA}"/>
              </a:ext>
            </a:extLst>
          </p:cNvPr>
          <p:cNvCxnSpPr>
            <a:cxnSpLocks/>
            <a:stCxn id="63" idx="3"/>
          </p:cNvCxnSpPr>
          <p:nvPr/>
        </p:nvCxnSpPr>
        <p:spPr>
          <a:xfrm rot="10800000">
            <a:off x="5846481" y="1988352"/>
            <a:ext cx="12700" cy="2368817"/>
          </a:xfrm>
          <a:prstGeom prst="bentConnector3">
            <a:avLst>
              <a:gd name="adj1" fmla="val 1800000"/>
            </a:avLst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连接符: 肘形 279">
            <a:extLst>
              <a:ext uri="{FF2B5EF4-FFF2-40B4-BE49-F238E27FC236}">
                <a16:creationId xmlns:a16="http://schemas.microsoft.com/office/drawing/2014/main" id="{2D343D46-EE57-0121-CA95-DB066CB44FDC}"/>
              </a:ext>
            </a:extLst>
          </p:cNvPr>
          <p:cNvCxnSpPr>
            <a:cxnSpLocks/>
            <a:stCxn id="64" idx="3"/>
          </p:cNvCxnSpPr>
          <p:nvPr/>
        </p:nvCxnSpPr>
        <p:spPr>
          <a:xfrm rot="10800000">
            <a:off x="5846481" y="1988351"/>
            <a:ext cx="12700" cy="1896500"/>
          </a:xfrm>
          <a:prstGeom prst="bentConnector3">
            <a:avLst>
              <a:gd name="adj1" fmla="val 1800000"/>
            </a:avLst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连接符: 肘形 311">
            <a:extLst>
              <a:ext uri="{FF2B5EF4-FFF2-40B4-BE49-F238E27FC236}">
                <a16:creationId xmlns:a16="http://schemas.microsoft.com/office/drawing/2014/main" id="{C65510D4-F9CC-7AB2-524B-82340636E847}"/>
              </a:ext>
            </a:extLst>
          </p:cNvPr>
          <p:cNvCxnSpPr>
            <a:cxnSpLocks/>
          </p:cNvCxnSpPr>
          <p:nvPr/>
        </p:nvCxnSpPr>
        <p:spPr>
          <a:xfrm flipV="1">
            <a:off x="5126483" y="2701956"/>
            <a:ext cx="12700" cy="2123364"/>
          </a:xfrm>
          <a:prstGeom prst="bentConnector3">
            <a:avLst>
              <a:gd name="adj1" fmla="val 1800000"/>
            </a:avLst>
          </a:prstGeom>
          <a:ln w="2540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连接符: 肘形 64">
            <a:extLst>
              <a:ext uri="{FF2B5EF4-FFF2-40B4-BE49-F238E27FC236}">
                <a16:creationId xmlns:a16="http://schemas.microsoft.com/office/drawing/2014/main" id="{B8DEE011-ABED-F350-2C63-C65892A40910}"/>
              </a:ext>
            </a:extLst>
          </p:cNvPr>
          <p:cNvCxnSpPr>
            <a:cxnSpLocks/>
          </p:cNvCxnSpPr>
          <p:nvPr/>
        </p:nvCxnSpPr>
        <p:spPr>
          <a:xfrm rot="16200000" flipV="1">
            <a:off x="5703218" y="945088"/>
            <a:ext cx="286529" cy="1439998"/>
          </a:xfrm>
          <a:prstGeom prst="bentConnector2">
            <a:avLst/>
          </a:prstGeom>
          <a:ln w="2540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矩形 82">
            <a:extLst>
              <a:ext uri="{FF2B5EF4-FFF2-40B4-BE49-F238E27FC236}">
                <a16:creationId xmlns:a16="http://schemas.microsoft.com/office/drawing/2014/main" id="{099502F6-2832-116A-B537-87FA22826BA3}"/>
              </a:ext>
            </a:extLst>
          </p:cNvPr>
          <p:cNvSpPr/>
          <p:nvPr/>
        </p:nvSpPr>
        <p:spPr>
          <a:xfrm flipH="1">
            <a:off x="5846481" y="3234617"/>
            <a:ext cx="1440000" cy="360000"/>
          </a:xfrm>
          <a:prstGeom prst="rect">
            <a:avLst/>
          </a:prstGeom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状态指示灯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34DE734F-2D2B-E5E4-7C49-4BE89F2E4414}"/>
              </a:ext>
            </a:extLst>
          </p:cNvPr>
          <p:cNvSpPr/>
          <p:nvPr/>
        </p:nvSpPr>
        <p:spPr>
          <a:xfrm flipH="1">
            <a:off x="5846481" y="2766465"/>
            <a:ext cx="1440000" cy="360000"/>
          </a:xfrm>
          <a:prstGeom prst="rect">
            <a:avLst/>
          </a:prstGeom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蜂鸣器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F193C859-1BB9-1EAC-2CC5-077B9481D241}"/>
              </a:ext>
            </a:extLst>
          </p:cNvPr>
          <p:cNvSpPr/>
          <p:nvPr/>
        </p:nvSpPr>
        <p:spPr>
          <a:xfrm flipH="1">
            <a:off x="5846481" y="2294148"/>
            <a:ext cx="1440000" cy="360000"/>
          </a:xfrm>
          <a:prstGeom prst="rect">
            <a:avLst/>
          </a:prstGeom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补光灯</a:t>
            </a:r>
          </a:p>
        </p:txBody>
      </p:sp>
      <p:cxnSp>
        <p:nvCxnSpPr>
          <p:cNvPr id="86" name="连接符: 肘形 85">
            <a:extLst>
              <a:ext uri="{FF2B5EF4-FFF2-40B4-BE49-F238E27FC236}">
                <a16:creationId xmlns:a16="http://schemas.microsoft.com/office/drawing/2014/main" id="{D59BC10B-2E04-60CE-360B-0250392F311E}"/>
              </a:ext>
            </a:extLst>
          </p:cNvPr>
          <p:cNvCxnSpPr>
            <a:cxnSpLocks/>
            <a:endCxn id="85" idx="1"/>
          </p:cNvCxnSpPr>
          <p:nvPr/>
        </p:nvCxnSpPr>
        <p:spPr>
          <a:xfrm>
            <a:off x="7286481" y="1988351"/>
            <a:ext cx="12700" cy="485797"/>
          </a:xfrm>
          <a:prstGeom prst="bentConnector3">
            <a:avLst>
              <a:gd name="adj1" fmla="val 180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连接符: 肘形 89">
            <a:extLst>
              <a:ext uri="{FF2B5EF4-FFF2-40B4-BE49-F238E27FC236}">
                <a16:creationId xmlns:a16="http://schemas.microsoft.com/office/drawing/2014/main" id="{5F939570-EB37-966D-47D5-BE08A0B1972C}"/>
              </a:ext>
            </a:extLst>
          </p:cNvPr>
          <p:cNvCxnSpPr>
            <a:cxnSpLocks/>
            <a:endCxn id="84" idx="1"/>
          </p:cNvCxnSpPr>
          <p:nvPr/>
        </p:nvCxnSpPr>
        <p:spPr>
          <a:xfrm>
            <a:off x="7286481" y="1988351"/>
            <a:ext cx="12700" cy="958114"/>
          </a:xfrm>
          <a:prstGeom prst="bentConnector3">
            <a:avLst>
              <a:gd name="adj1" fmla="val 180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连接符: 肘形 91">
            <a:extLst>
              <a:ext uri="{FF2B5EF4-FFF2-40B4-BE49-F238E27FC236}">
                <a16:creationId xmlns:a16="http://schemas.microsoft.com/office/drawing/2014/main" id="{314B1A81-2CD4-4F3F-E3FD-0EF467FA0582}"/>
              </a:ext>
            </a:extLst>
          </p:cNvPr>
          <p:cNvCxnSpPr>
            <a:cxnSpLocks/>
            <a:endCxn id="83" idx="1"/>
          </p:cNvCxnSpPr>
          <p:nvPr/>
        </p:nvCxnSpPr>
        <p:spPr>
          <a:xfrm>
            <a:off x="7286481" y="1988351"/>
            <a:ext cx="12700" cy="1426266"/>
          </a:xfrm>
          <a:prstGeom prst="bentConnector3">
            <a:avLst>
              <a:gd name="adj1" fmla="val 180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>
            <a:extLst>
              <a:ext uri="{FF2B5EF4-FFF2-40B4-BE49-F238E27FC236}">
                <a16:creationId xmlns:a16="http://schemas.microsoft.com/office/drawing/2014/main" id="{C1DB412D-49FB-49A7-1165-E870C70236AB}"/>
              </a:ext>
            </a:extLst>
          </p:cNvPr>
          <p:cNvSpPr/>
          <p:nvPr/>
        </p:nvSpPr>
        <p:spPr>
          <a:xfrm>
            <a:off x="1121036" y="2363673"/>
            <a:ext cx="632007" cy="207316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USB</a:t>
            </a:r>
            <a:r>
              <a:rPr lang="zh-CN" altLang="en-US" sz="1200" dirty="0">
                <a:solidFill>
                  <a:schemeClr val="tx1"/>
                </a:solidFill>
              </a:rPr>
              <a:t>取电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9B18D9F0-DBA2-569A-D5B0-20E5C54B4731}"/>
              </a:ext>
            </a:extLst>
          </p:cNvPr>
          <p:cNvSpPr/>
          <p:nvPr/>
        </p:nvSpPr>
        <p:spPr>
          <a:xfrm>
            <a:off x="1201254" y="4252644"/>
            <a:ext cx="551789" cy="207316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DC12V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80DF5541-9ECD-FDF9-53CD-1E6C1DCD2082}"/>
              </a:ext>
            </a:extLst>
          </p:cNvPr>
          <p:cNvSpPr/>
          <p:nvPr/>
        </p:nvSpPr>
        <p:spPr>
          <a:xfrm>
            <a:off x="3845826" y="5005320"/>
            <a:ext cx="1121308" cy="207316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DC5V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F9F1EF50-1C34-D23C-BCAB-7C08DF429B3E}"/>
              </a:ext>
            </a:extLst>
          </p:cNvPr>
          <p:cNvSpPr/>
          <p:nvPr/>
        </p:nvSpPr>
        <p:spPr>
          <a:xfrm>
            <a:off x="3845826" y="4059809"/>
            <a:ext cx="1121308" cy="207316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DC24V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3B09EFD-E819-98A7-2CBD-1D70922F01A1}"/>
              </a:ext>
            </a:extLst>
          </p:cNvPr>
          <p:cNvSpPr/>
          <p:nvPr/>
        </p:nvSpPr>
        <p:spPr>
          <a:xfrm>
            <a:off x="6005827" y="5108271"/>
            <a:ext cx="1121308" cy="207316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DC5V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9AB933E-111E-8028-D7DD-E693BE63F526}"/>
              </a:ext>
            </a:extLst>
          </p:cNvPr>
          <p:cNvSpPr/>
          <p:nvPr/>
        </p:nvSpPr>
        <p:spPr>
          <a:xfrm>
            <a:off x="9290048" y="2370490"/>
            <a:ext cx="665564" cy="207316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DC8.4V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07A0BFC-8A83-5749-D3CD-E14FA35C05CF}"/>
              </a:ext>
            </a:extLst>
          </p:cNvPr>
          <p:cNvSpPr/>
          <p:nvPr/>
        </p:nvSpPr>
        <p:spPr>
          <a:xfrm>
            <a:off x="9318412" y="3771759"/>
            <a:ext cx="906378" cy="207316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29.4V</a:t>
            </a:r>
            <a:r>
              <a:rPr lang="zh-CN" altLang="en-US" sz="1200" dirty="0">
                <a:solidFill>
                  <a:schemeClr val="tx1"/>
                </a:solidFill>
              </a:rPr>
              <a:t>锂电池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3B546FBD-DB9A-DAA3-F345-3BE1FED79917}"/>
              </a:ext>
            </a:extLst>
          </p:cNvPr>
          <p:cNvSpPr/>
          <p:nvPr/>
        </p:nvSpPr>
        <p:spPr>
          <a:xfrm>
            <a:off x="5724527" y="1701822"/>
            <a:ext cx="1704969" cy="3403578"/>
          </a:xfrm>
          <a:prstGeom prst="roundRect">
            <a:avLst>
              <a:gd name="adj" fmla="val 5325"/>
            </a:avLst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3736942-E85C-593A-55C2-0E660D18A0C3}"/>
              </a:ext>
            </a:extLst>
          </p:cNvPr>
          <p:cNvSpPr/>
          <p:nvPr/>
        </p:nvSpPr>
        <p:spPr>
          <a:xfrm>
            <a:off x="3845826" y="1134505"/>
            <a:ext cx="1121308" cy="207316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DC5V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0265488-7121-F3A6-011E-C9A134388CF7}"/>
              </a:ext>
            </a:extLst>
          </p:cNvPr>
          <p:cNvSpPr/>
          <p:nvPr/>
        </p:nvSpPr>
        <p:spPr>
          <a:xfrm>
            <a:off x="4443876" y="2080017"/>
            <a:ext cx="633842" cy="207316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DC19V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B1B68951-E43C-89C0-6629-4F1983BF8656}"/>
              </a:ext>
            </a:extLst>
          </p:cNvPr>
          <p:cNvSpPr/>
          <p:nvPr/>
        </p:nvSpPr>
        <p:spPr>
          <a:xfrm>
            <a:off x="7613444" y="2977570"/>
            <a:ext cx="1676605" cy="1812348"/>
          </a:xfrm>
          <a:prstGeom prst="roundRect">
            <a:avLst>
              <a:gd name="adj" fmla="val 3242"/>
            </a:avLst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CCB08695-F841-E534-C021-956F33701EE6}"/>
              </a:ext>
            </a:extLst>
          </p:cNvPr>
          <p:cNvSpPr/>
          <p:nvPr/>
        </p:nvSpPr>
        <p:spPr>
          <a:xfrm>
            <a:off x="7613443" y="2041980"/>
            <a:ext cx="1676605" cy="869991"/>
          </a:xfrm>
          <a:prstGeom prst="roundRect">
            <a:avLst>
              <a:gd name="adj" fmla="val 3242"/>
            </a:avLst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B0AE3697-17B3-8807-8B78-9C6C2882B22C}"/>
              </a:ext>
            </a:extLst>
          </p:cNvPr>
          <p:cNvSpPr/>
          <p:nvPr/>
        </p:nvSpPr>
        <p:spPr>
          <a:xfrm>
            <a:off x="1753043" y="1308100"/>
            <a:ext cx="1507440" cy="2312793"/>
          </a:xfrm>
          <a:prstGeom prst="roundRect">
            <a:avLst>
              <a:gd name="adj" fmla="val 3008"/>
            </a:avLst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9B8F1E88-CEF0-4DE6-66E4-CA54012B14F0}"/>
              </a:ext>
            </a:extLst>
          </p:cNvPr>
          <p:cNvSpPr/>
          <p:nvPr/>
        </p:nvSpPr>
        <p:spPr>
          <a:xfrm>
            <a:off x="1753042" y="3674103"/>
            <a:ext cx="1507440" cy="1370069"/>
          </a:xfrm>
          <a:prstGeom prst="roundRect">
            <a:avLst>
              <a:gd name="adj" fmla="val 2582"/>
            </a:avLst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4864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8BEB45F1-F17C-901A-9AA7-A3275D639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4778919"/>
              </p:ext>
            </p:extLst>
          </p:nvPr>
        </p:nvGraphicFramePr>
        <p:xfrm>
          <a:off x="595563" y="252662"/>
          <a:ext cx="10463121" cy="60879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27014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BD042-119A-8A57-6DF3-54FDC37B7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组合 47">
            <a:extLst>
              <a:ext uri="{FF2B5EF4-FFF2-40B4-BE49-F238E27FC236}">
                <a16:creationId xmlns:a16="http://schemas.microsoft.com/office/drawing/2014/main" id="{AB849185-6C8F-707D-7C7D-0D6C249E2365}"/>
              </a:ext>
            </a:extLst>
          </p:cNvPr>
          <p:cNvGrpSpPr/>
          <p:nvPr/>
        </p:nvGrpSpPr>
        <p:grpSpPr>
          <a:xfrm>
            <a:off x="-469901" y="255096"/>
            <a:ext cx="11506203" cy="6083110"/>
            <a:chOff x="-469901" y="255096"/>
            <a:chExt cx="11506203" cy="6083110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F147C763-7CCD-CA7F-9383-B3C6C874CD9B}"/>
                </a:ext>
              </a:extLst>
            </p:cNvPr>
            <p:cNvSpPr/>
            <p:nvPr/>
          </p:nvSpPr>
          <p:spPr>
            <a:xfrm>
              <a:off x="5575470" y="1950245"/>
              <a:ext cx="650743" cy="4167239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4167239"/>
                  </a:lnTo>
                  <a:lnTo>
                    <a:pt x="650743" y="4167239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2405276F-0EEE-C9FD-AD85-F69B62D80936}"/>
                </a:ext>
              </a:extLst>
            </p:cNvPr>
            <p:cNvSpPr/>
            <p:nvPr/>
          </p:nvSpPr>
          <p:spPr>
            <a:xfrm>
              <a:off x="5575470" y="1950245"/>
              <a:ext cx="650743" cy="3540387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3540387"/>
                  </a:lnTo>
                  <a:lnTo>
                    <a:pt x="650743" y="3540387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756E7F2B-FF15-E314-F311-73A585F0D421}"/>
                </a:ext>
              </a:extLst>
            </p:cNvPr>
            <p:cNvSpPr/>
            <p:nvPr/>
          </p:nvSpPr>
          <p:spPr>
            <a:xfrm>
              <a:off x="5575470" y="1950245"/>
              <a:ext cx="650743" cy="2913535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2913535"/>
                  </a:lnTo>
                  <a:lnTo>
                    <a:pt x="650743" y="2913535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543B3F43-D5C2-49F3-B0B7-E2A3D32B8BC9}"/>
                </a:ext>
              </a:extLst>
            </p:cNvPr>
            <p:cNvSpPr/>
            <p:nvPr/>
          </p:nvSpPr>
          <p:spPr>
            <a:xfrm>
              <a:off x="5575470" y="1950245"/>
              <a:ext cx="650743" cy="2286684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2286684"/>
                  </a:lnTo>
                  <a:lnTo>
                    <a:pt x="650743" y="2286684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7E70E3E8-2725-0F1E-6B88-8E55E1703E68}"/>
                </a:ext>
              </a:extLst>
            </p:cNvPr>
            <p:cNvSpPr/>
            <p:nvPr/>
          </p:nvSpPr>
          <p:spPr>
            <a:xfrm>
              <a:off x="5575470" y="1950245"/>
              <a:ext cx="650743" cy="165983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659832"/>
                  </a:lnTo>
                  <a:lnTo>
                    <a:pt x="650743" y="1659832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1137D36C-21A2-CF36-EA8E-232534F22C5B}"/>
                </a:ext>
              </a:extLst>
            </p:cNvPr>
            <p:cNvSpPr/>
            <p:nvPr/>
          </p:nvSpPr>
          <p:spPr>
            <a:xfrm>
              <a:off x="5575470" y="1950245"/>
              <a:ext cx="650743" cy="103298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032980"/>
                  </a:lnTo>
                  <a:lnTo>
                    <a:pt x="650743" y="1032980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F4B7C2DF-32D4-C856-5163-C71B8B6CA75F}"/>
                </a:ext>
              </a:extLst>
            </p:cNvPr>
            <p:cNvSpPr/>
            <p:nvPr/>
          </p:nvSpPr>
          <p:spPr>
            <a:xfrm>
              <a:off x="5575470" y="1950245"/>
              <a:ext cx="650743" cy="406129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406129"/>
                  </a:lnTo>
                  <a:lnTo>
                    <a:pt x="650743" y="406129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D958D854-2A1F-F3CD-D778-A5EC56A5E29D}"/>
                </a:ext>
              </a:extLst>
            </p:cNvPr>
            <p:cNvSpPr/>
            <p:nvPr/>
          </p:nvSpPr>
          <p:spPr>
            <a:xfrm>
              <a:off x="5003217" y="696541"/>
              <a:ext cx="91440" cy="185406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45720" y="0"/>
                  </a:moveTo>
                  <a:lnTo>
                    <a:pt x="45720" y="185406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1A5DC3FE-A048-AE60-C197-17ECFD6CF5A8}"/>
                </a:ext>
              </a:extLst>
            </p:cNvPr>
            <p:cNvSpPr/>
            <p:nvPr/>
          </p:nvSpPr>
          <p:spPr>
            <a:xfrm>
              <a:off x="4607493" y="255096"/>
              <a:ext cx="882889" cy="441444"/>
            </a:xfrm>
            <a:custGeom>
              <a:avLst/>
              <a:gdLst>
                <a:gd name="csX0" fmla="*/ 0 w 882889"/>
                <a:gd name="csY0" fmla="*/ 0 h 441444"/>
                <a:gd name="csX1" fmla="*/ 882889 w 882889"/>
                <a:gd name="csY1" fmla="*/ 0 h 441444"/>
                <a:gd name="csX2" fmla="*/ 882889 w 882889"/>
                <a:gd name="csY2" fmla="*/ 441444 h 441444"/>
                <a:gd name="csX3" fmla="*/ 0 w 882889"/>
                <a:gd name="csY3" fmla="*/ 441444 h 441444"/>
                <a:gd name="csX4" fmla="*/ 0 w 882889"/>
                <a:gd name="csY4" fmla="*/ 0 h 441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82889" h="441444">
                  <a:moveTo>
                    <a:pt x="0" y="0"/>
                  </a:moveTo>
                  <a:lnTo>
                    <a:pt x="882889" y="0"/>
                  </a:lnTo>
                  <a:lnTo>
                    <a:pt x="882889" y="441444"/>
                  </a:lnTo>
                  <a:lnTo>
                    <a:pt x="0" y="44144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sz="1400" kern="1200"/>
                <a:t>开机</a:t>
              </a:r>
            </a:p>
          </p:txBody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17271E11-B23B-83A0-A02B-D6006A0952D9}"/>
                </a:ext>
              </a:extLst>
            </p:cNvPr>
            <p:cNvSpPr/>
            <p:nvPr/>
          </p:nvSpPr>
          <p:spPr>
            <a:xfrm>
              <a:off x="3832046" y="881948"/>
              <a:ext cx="2433782" cy="441444"/>
            </a:xfrm>
            <a:custGeom>
              <a:avLst/>
              <a:gdLst>
                <a:gd name="csX0" fmla="*/ 0 w 2433782"/>
                <a:gd name="csY0" fmla="*/ 0 h 441444"/>
                <a:gd name="csX1" fmla="*/ 2433782 w 2433782"/>
                <a:gd name="csY1" fmla="*/ 0 h 441444"/>
                <a:gd name="csX2" fmla="*/ 2433782 w 2433782"/>
                <a:gd name="csY2" fmla="*/ 441444 h 441444"/>
                <a:gd name="csX3" fmla="*/ 0 w 2433782"/>
                <a:gd name="csY3" fmla="*/ 441444 h 441444"/>
                <a:gd name="csX4" fmla="*/ 0 w 2433782"/>
                <a:gd name="csY4" fmla="*/ 0 h 441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433782" h="441444">
                  <a:moveTo>
                    <a:pt x="0" y="0"/>
                  </a:moveTo>
                  <a:lnTo>
                    <a:pt x="2433782" y="0"/>
                  </a:lnTo>
                  <a:lnTo>
                    <a:pt x="2433782" y="441444"/>
                  </a:lnTo>
                  <a:lnTo>
                    <a:pt x="0" y="44144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sz="1400" kern="1200" dirty="0"/>
                <a:t>运行模式选择</a:t>
              </a:r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BB888B69-C8E0-0DDD-E622-37D47D68ABA4}"/>
                </a:ext>
              </a:extLst>
            </p:cNvPr>
            <p:cNvSpPr/>
            <p:nvPr/>
          </p:nvSpPr>
          <p:spPr>
            <a:xfrm flipH="1">
              <a:off x="3908593" y="1950245"/>
              <a:ext cx="656774" cy="3540387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3540387"/>
                  </a:lnTo>
                  <a:lnTo>
                    <a:pt x="650743" y="3540387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98E5CAED-B444-EAF1-947C-FC6020C57842}"/>
                </a:ext>
              </a:extLst>
            </p:cNvPr>
            <p:cNvSpPr/>
            <p:nvPr/>
          </p:nvSpPr>
          <p:spPr>
            <a:xfrm flipH="1">
              <a:off x="3908593" y="1950245"/>
              <a:ext cx="656774" cy="2913535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2913535"/>
                  </a:lnTo>
                  <a:lnTo>
                    <a:pt x="650743" y="2913535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5D483D32-E353-7AEF-B7A8-5E82F2CA39B2}"/>
                </a:ext>
              </a:extLst>
            </p:cNvPr>
            <p:cNvSpPr/>
            <p:nvPr/>
          </p:nvSpPr>
          <p:spPr>
            <a:xfrm flipH="1">
              <a:off x="3908593" y="1950245"/>
              <a:ext cx="656774" cy="2286684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2286684"/>
                  </a:lnTo>
                  <a:lnTo>
                    <a:pt x="650743" y="2286684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B548B148-CE6B-BEF9-8DB6-AE702E4DD7E5}"/>
                </a:ext>
              </a:extLst>
            </p:cNvPr>
            <p:cNvSpPr/>
            <p:nvPr/>
          </p:nvSpPr>
          <p:spPr>
            <a:xfrm flipH="1">
              <a:off x="3908593" y="1950245"/>
              <a:ext cx="656774" cy="165983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659832"/>
                  </a:lnTo>
                  <a:lnTo>
                    <a:pt x="650743" y="1659832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6A460832-BABD-2107-18E9-3DAA8AC7F90F}"/>
                </a:ext>
              </a:extLst>
            </p:cNvPr>
            <p:cNvSpPr/>
            <p:nvPr/>
          </p:nvSpPr>
          <p:spPr>
            <a:xfrm flipH="1">
              <a:off x="3908593" y="1950245"/>
              <a:ext cx="656774" cy="103298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032980"/>
                  </a:lnTo>
                  <a:lnTo>
                    <a:pt x="650743" y="1032980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C78CF43B-0D4C-4333-4F87-0738FE84EC53}"/>
                </a:ext>
              </a:extLst>
            </p:cNvPr>
            <p:cNvSpPr/>
            <p:nvPr/>
          </p:nvSpPr>
          <p:spPr>
            <a:xfrm flipH="1">
              <a:off x="3908593" y="1950245"/>
              <a:ext cx="656774" cy="406129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406129"/>
                  </a:lnTo>
                  <a:lnTo>
                    <a:pt x="650743" y="406129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A30362BE-40E5-A1AE-FDF6-FDA03F925A1B}"/>
                </a:ext>
              </a:extLst>
            </p:cNvPr>
            <p:cNvSpPr/>
            <p:nvPr/>
          </p:nvSpPr>
          <p:spPr>
            <a:xfrm flipH="1">
              <a:off x="3077305" y="1508800"/>
              <a:ext cx="1925909" cy="441444"/>
            </a:xfrm>
            <a:custGeom>
              <a:avLst/>
              <a:gdLst>
                <a:gd name="csX0" fmla="*/ 0 w 4338290"/>
                <a:gd name="csY0" fmla="*/ 0 h 441444"/>
                <a:gd name="csX1" fmla="*/ 4338290 w 4338290"/>
                <a:gd name="csY1" fmla="*/ 0 h 441444"/>
                <a:gd name="csX2" fmla="*/ 4338290 w 4338290"/>
                <a:gd name="csY2" fmla="*/ 441444 h 441444"/>
                <a:gd name="csX3" fmla="*/ 0 w 4338290"/>
                <a:gd name="csY3" fmla="*/ 441444 h 441444"/>
                <a:gd name="csX4" fmla="*/ 0 w 4338290"/>
                <a:gd name="csY4" fmla="*/ 0 h 441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338290" h="441444">
                  <a:moveTo>
                    <a:pt x="0" y="0"/>
                  </a:moveTo>
                  <a:lnTo>
                    <a:pt x="4338290" y="0"/>
                  </a:lnTo>
                  <a:lnTo>
                    <a:pt x="4338290" y="441444"/>
                  </a:lnTo>
                  <a:lnTo>
                    <a:pt x="0" y="44144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sz="1400" kern="1200" dirty="0"/>
                <a:t>建图与标定模式</a:t>
              </a:r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AF2F14F9-E03C-D3F8-EF24-053491625B13}"/>
                </a:ext>
              </a:extLst>
            </p:cNvPr>
            <p:cNvSpPr/>
            <p:nvPr/>
          </p:nvSpPr>
          <p:spPr>
            <a:xfrm flipH="1">
              <a:off x="-469901" y="2135652"/>
              <a:ext cx="4378494" cy="441444"/>
            </a:xfrm>
            <a:custGeom>
              <a:avLst/>
              <a:gdLst>
                <a:gd name="csX0" fmla="*/ 0 w 4338290"/>
                <a:gd name="csY0" fmla="*/ 0 h 441444"/>
                <a:gd name="csX1" fmla="*/ 4338290 w 4338290"/>
                <a:gd name="csY1" fmla="*/ 0 h 441444"/>
                <a:gd name="csX2" fmla="*/ 4338290 w 4338290"/>
                <a:gd name="csY2" fmla="*/ 441444 h 441444"/>
                <a:gd name="csX3" fmla="*/ 0 w 4338290"/>
                <a:gd name="csY3" fmla="*/ 441444 h 441444"/>
                <a:gd name="csX4" fmla="*/ 0 w 4338290"/>
                <a:gd name="csY4" fmla="*/ 0 h 441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338290" h="441444">
                  <a:moveTo>
                    <a:pt x="0" y="0"/>
                  </a:moveTo>
                  <a:lnTo>
                    <a:pt x="4338290" y="0"/>
                  </a:lnTo>
                  <a:lnTo>
                    <a:pt x="4338290" y="441444"/>
                  </a:lnTo>
                  <a:lnTo>
                    <a:pt x="0" y="44144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10800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/>
                <a:t>1</a:t>
              </a:r>
              <a:r>
                <a:rPr lang="zh-CN" sz="1400" kern="1200" dirty="0"/>
                <a:t>、操作机器人在巡检区域内移动，完成建图</a:t>
              </a:r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9B8C9564-7A9F-09F8-A2E2-48582A71EC69}"/>
                </a:ext>
              </a:extLst>
            </p:cNvPr>
            <p:cNvSpPr/>
            <p:nvPr/>
          </p:nvSpPr>
          <p:spPr>
            <a:xfrm flipH="1">
              <a:off x="-469901" y="2762503"/>
              <a:ext cx="4378494" cy="441444"/>
            </a:xfrm>
            <a:custGeom>
              <a:avLst/>
              <a:gdLst>
                <a:gd name="csX0" fmla="*/ 0 w 4338290"/>
                <a:gd name="csY0" fmla="*/ 0 h 441444"/>
                <a:gd name="csX1" fmla="*/ 4338290 w 4338290"/>
                <a:gd name="csY1" fmla="*/ 0 h 441444"/>
                <a:gd name="csX2" fmla="*/ 4338290 w 4338290"/>
                <a:gd name="csY2" fmla="*/ 441444 h 441444"/>
                <a:gd name="csX3" fmla="*/ 0 w 4338290"/>
                <a:gd name="csY3" fmla="*/ 441444 h 441444"/>
                <a:gd name="csX4" fmla="*/ 0 w 4338290"/>
                <a:gd name="csY4" fmla="*/ 0 h 441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338290" h="441444">
                  <a:moveTo>
                    <a:pt x="0" y="0"/>
                  </a:moveTo>
                  <a:lnTo>
                    <a:pt x="4338290" y="0"/>
                  </a:lnTo>
                  <a:lnTo>
                    <a:pt x="4338290" y="441444"/>
                  </a:lnTo>
                  <a:lnTo>
                    <a:pt x="0" y="44144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10800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/>
                <a:t>2</a:t>
              </a:r>
              <a:r>
                <a:rPr lang="zh-CN" sz="1400" kern="1200" dirty="0"/>
                <a:t>、操作机器人到达巡检点位，记录巡检点</a:t>
              </a:r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97C21DEE-A259-225A-970F-EC63B40C87DB}"/>
                </a:ext>
              </a:extLst>
            </p:cNvPr>
            <p:cNvSpPr/>
            <p:nvPr/>
          </p:nvSpPr>
          <p:spPr>
            <a:xfrm flipH="1">
              <a:off x="-469901" y="3389355"/>
              <a:ext cx="4378494" cy="441444"/>
            </a:xfrm>
            <a:custGeom>
              <a:avLst/>
              <a:gdLst>
                <a:gd name="csX0" fmla="*/ 0 w 4338290"/>
                <a:gd name="csY0" fmla="*/ 0 h 441444"/>
                <a:gd name="csX1" fmla="*/ 4338290 w 4338290"/>
                <a:gd name="csY1" fmla="*/ 0 h 441444"/>
                <a:gd name="csX2" fmla="*/ 4338290 w 4338290"/>
                <a:gd name="csY2" fmla="*/ 441444 h 441444"/>
                <a:gd name="csX3" fmla="*/ 0 w 4338290"/>
                <a:gd name="csY3" fmla="*/ 441444 h 441444"/>
                <a:gd name="csX4" fmla="*/ 0 w 4338290"/>
                <a:gd name="csY4" fmla="*/ 0 h 441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338290" h="441444">
                  <a:moveTo>
                    <a:pt x="0" y="0"/>
                  </a:moveTo>
                  <a:lnTo>
                    <a:pt x="4338290" y="0"/>
                  </a:lnTo>
                  <a:lnTo>
                    <a:pt x="4338290" y="441444"/>
                  </a:lnTo>
                  <a:lnTo>
                    <a:pt x="0" y="44144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10800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400" kern="1200" dirty="0"/>
                <a:t>3</a:t>
              </a:r>
              <a:r>
                <a:rPr lang="zh-CN" altLang="en-US" sz="1400" kern="1200" dirty="0"/>
                <a:t>、操作云台对准巡检目标物的方向</a:t>
              </a:r>
              <a:endParaRPr lang="zh-CN" sz="1400" kern="1200" dirty="0"/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3F83A296-0B63-E02D-7705-564D20AD72FF}"/>
                </a:ext>
              </a:extLst>
            </p:cNvPr>
            <p:cNvSpPr/>
            <p:nvPr/>
          </p:nvSpPr>
          <p:spPr>
            <a:xfrm flipH="1">
              <a:off x="-469901" y="4016207"/>
              <a:ext cx="4378494" cy="441444"/>
            </a:xfrm>
            <a:custGeom>
              <a:avLst/>
              <a:gdLst>
                <a:gd name="csX0" fmla="*/ 0 w 4338290"/>
                <a:gd name="csY0" fmla="*/ 0 h 441444"/>
                <a:gd name="csX1" fmla="*/ 4338290 w 4338290"/>
                <a:gd name="csY1" fmla="*/ 0 h 441444"/>
                <a:gd name="csX2" fmla="*/ 4338290 w 4338290"/>
                <a:gd name="csY2" fmla="*/ 441444 h 441444"/>
                <a:gd name="csX3" fmla="*/ 0 w 4338290"/>
                <a:gd name="csY3" fmla="*/ 441444 h 441444"/>
                <a:gd name="csX4" fmla="*/ 0 w 4338290"/>
                <a:gd name="csY4" fmla="*/ 0 h 441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338290" h="441444">
                  <a:moveTo>
                    <a:pt x="0" y="0"/>
                  </a:moveTo>
                  <a:lnTo>
                    <a:pt x="4338290" y="0"/>
                  </a:lnTo>
                  <a:lnTo>
                    <a:pt x="4338290" y="441444"/>
                  </a:lnTo>
                  <a:lnTo>
                    <a:pt x="0" y="44144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10800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400" kern="1200" dirty="0"/>
                <a:t>4</a:t>
              </a:r>
              <a:r>
                <a:rPr lang="zh-CN" altLang="en-US" sz="1400" kern="1200" dirty="0"/>
                <a:t>、输入并记录目标物的分类</a:t>
              </a:r>
              <a:endParaRPr lang="zh-CN" sz="1400" kern="1200" dirty="0"/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329B586F-4194-AE55-C573-6E13C78C1BA6}"/>
                </a:ext>
              </a:extLst>
            </p:cNvPr>
            <p:cNvSpPr/>
            <p:nvPr/>
          </p:nvSpPr>
          <p:spPr>
            <a:xfrm flipH="1">
              <a:off x="-469901" y="4643058"/>
              <a:ext cx="4378494" cy="441444"/>
            </a:xfrm>
            <a:custGeom>
              <a:avLst/>
              <a:gdLst>
                <a:gd name="csX0" fmla="*/ 0 w 4338290"/>
                <a:gd name="csY0" fmla="*/ 0 h 441444"/>
                <a:gd name="csX1" fmla="*/ 4338290 w 4338290"/>
                <a:gd name="csY1" fmla="*/ 0 h 441444"/>
                <a:gd name="csX2" fmla="*/ 4338290 w 4338290"/>
                <a:gd name="csY2" fmla="*/ 441444 h 441444"/>
                <a:gd name="csX3" fmla="*/ 0 w 4338290"/>
                <a:gd name="csY3" fmla="*/ 441444 h 441444"/>
                <a:gd name="csX4" fmla="*/ 0 w 4338290"/>
                <a:gd name="csY4" fmla="*/ 0 h 441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338290" h="441444">
                  <a:moveTo>
                    <a:pt x="0" y="0"/>
                  </a:moveTo>
                  <a:lnTo>
                    <a:pt x="4338290" y="0"/>
                  </a:lnTo>
                  <a:lnTo>
                    <a:pt x="4338290" y="441444"/>
                  </a:lnTo>
                  <a:lnTo>
                    <a:pt x="0" y="44144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10800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400" kern="1200" dirty="0"/>
                <a:t>5</a:t>
              </a:r>
              <a:r>
                <a:rPr lang="zh-CN" altLang="en-US" sz="1400" kern="1200" dirty="0"/>
                <a:t>、重复步骤</a:t>
              </a:r>
              <a:r>
                <a:rPr lang="en-US" altLang="zh-CN" sz="1400" kern="1200" dirty="0"/>
                <a:t>2~4</a:t>
              </a:r>
              <a:r>
                <a:rPr lang="zh-CN" altLang="en-US" sz="1400" kern="1200" dirty="0"/>
                <a:t>，直到所有待检目标物信息都已记录</a:t>
              </a:r>
              <a:endParaRPr lang="zh-CN" sz="1400" kern="1200" dirty="0"/>
            </a:p>
          </p:txBody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65B39787-25F5-9CDE-ACB1-1BBA53F82DB3}"/>
                </a:ext>
              </a:extLst>
            </p:cNvPr>
            <p:cNvSpPr/>
            <p:nvPr/>
          </p:nvSpPr>
          <p:spPr>
            <a:xfrm flipH="1">
              <a:off x="-469901" y="5269910"/>
              <a:ext cx="4378494" cy="441444"/>
            </a:xfrm>
            <a:custGeom>
              <a:avLst/>
              <a:gdLst>
                <a:gd name="csX0" fmla="*/ 0 w 4338290"/>
                <a:gd name="csY0" fmla="*/ 0 h 441444"/>
                <a:gd name="csX1" fmla="*/ 4338290 w 4338290"/>
                <a:gd name="csY1" fmla="*/ 0 h 441444"/>
                <a:gd name="csX2" fmla="*/ 4338290 w 4338290"/>
                <a:gd name="csY2" fmla="*/ 441444 h 441444"/>
                <a:gd name="csX3" fmla="*/ 0 w 4338290"/>
                <a:gd name="csY3" fmla="*/ 441444 h 441444"/>
                <a:gd name="csX4" fmla="*/ 0 w 4338290"/>
                <a:gd name="csY4" fmla="*/ 0 h 441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338290" h="441444">
                  <a:moveTo>
                    <a:pt x="0" y="0"/>
                  </a:moveTo>
                  <a:lnTo>
                    <a:pt x="4338290" y="0"/>
                  </a:lnTo>
                  <a:lnTo>
                    <a:pt x="4338290" y="441444"/>
                  </a:lnTo>
                  <a:lnTo>
                    <a:pt x="0" y="44144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10800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400" kern="1200" dirty="0"/>
                <a:t>6</a:t>
              </a:r>
              <a:r>
                <a:rPr lang="zh-CN" altLang="en-US" sz="1400" kern="1200" dirty="0"/>
                <a:t>、存储数据，并操作机器人回到起点</a:t>
              </a:r>
              <a:endParaRPr lang="zh-CN" sz="1400" kern="1200" dirty="0"/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24232784-6A6E-4579-5038-DEB397F99F1C}"/>
                </a:ext>
              </a:extLst>
            </p:cNvPr>
            <p:cNvSpPr/>
            <p:nvPr/>
          </p:nvSpPr>
          <p:spPr>
            <a:xfrm>
              <a:off x="5141641" y="1508800"/>
              <a:ext cx="1925909" cy="441444"/>
            </a:xfrm>
            <a:custGeom>
              <a:avLst/>
              <a:gdLst>
                <a:gd name="csX0" fmla="*/ 0 w 4338290"/>
                <a:gd name="csY0" fmla="*/ 0 h 441444"/>
                <a:gd name="csX1" fmla="*/ 4338290 w 4338290"/>
                <a:gd name="csY1" fmla="*/ 0 h 441444"/>
                <a:gd name="csX2" fmla="*/ 4338290 w 4338290"/>
                <a:gd name="csY2" fmla="*/ 441444 h 441444"/>
                <a:gd name="csX3" fmla="*/ 0 w 4338290"/>
                <a:gd name="csY3" fmla="*/ 441444 h 441444"/>
                <a:gd name="csX4" fmla="*/ 0 w 4338290"/>
                <a:gd name="csY4" fmla="*/ 0 h 441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338290" h="441444">
                  <a:moveTo>
                    <a:pt x="0" y="0"/>
                  </a:moveTo>
                  <a:lnTo>
                    <a:pt x="4338290" y="0"/>
                  </a:lnTo>
                  <a:lnTo>
                    <a:pt x="4338290" y="441444"/>
                  </a:lnTo>
                  <a:lnTo>
                    <a:pt x="0" y="44144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400" dirty="0"/>
                <a:t>火灾隐患巡检模式</a:t>
              </a:r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56B3E6C7-9F8E-7EE5-7B84-47ABB4C3D461}"/>
                </a:ext>
              </a:extLst>
            </p:cNvPr>
            <p:cNvSpPr/>
            <p:nvPr/>
          </p:nvSpPr>
          <p:spPr>
            <a:xfrm>
              <a:off x="6226213" y="2135652"/>
              <a:ext cx="4810089" cy="441444"/>
            </a:xfrm>
            <a:custGeom>
              <a:avLst/>
              <a:gdLst>
                <a:gd name="csX0" fmla="*/ 0 w 4810089"/>
                <a:gd name="csY0" fmla="*/ 0 h 441444"/>
                <a:gd name="csX1" fmla="*/ 4810089 w 4810089"/>
                <a:gd name="csY1" fmla="*/ 0 h 441444"/>
                <a:gd name="csX2" fmla="*/ 4810089 w 4810089"/>
                <a:gd name="csY2" fmla="*/ 441444 h 441444"/>
                <a:gd name="csX3" fmla="*/ 0 w 4810089"/>
                <a:gd name="csY3" fmla="*/ 441444 h 441444"/>
                <a:gd name="csX4" fmla="*/ 0 w 4810089"/>
                <a:gd name="csY4" fmla="*/ 0 h 441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810089" h="441444">
                  <a:moveTo>
                    <a:pt x="0" y="0"/>
                  </a:moveTo>
                  <a:lnTo>
                    <a:pt x="4810089" y="0"/>
                  </a:lnTo>
                  <a:lnTo>
                    <a:pt x="4810089" y="441444"/>
                  </a:lnTo>
                  <a:lnTo>
                    <a:pt x="0" y="44144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10800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/>
                <a:t>1</a:t>
              </a:r>
              <a:r>
                <a:rPr lang="zh-CN" sz="1400" kern="1200"/>
                <a:t>、操作机器人移动至巡检起点</a:t>
              </a:r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B6690E78-6F75-D47A-05D3-CD7E24E4831D}"/>
                </a:ext>
              </a:extLst>
            </p:cNvPr>
            <p:cNvSpPr/>
            <p:nvPr/>
          </p:nvSpPr>
          <p:spPr>
            <a:xfrm>
              <a:off x="6226213" y="2762503"/>
              <a:ext cx="4810089" cy="441444"/>
            </a:xfrm>
            <a:custGeom>
              <a:avLst/>
              <a:gdLst>
                <a:gd name="csX0" fmla="*/ 0 w 4810089"/>
                <a:gd name="csY0" fmla="*/ 0 h 441444"/>
                <a:gd name="csX1" fmla="*/ 4810089 w 4810089"/>
                <a:gd name="csY1" fmla="*/ 0 h 441444"/>
                <a:gd name="csX2" fmla="*/ 4810089 w 4810089"/>
                <a:gd name="csY2" fmla="*/ 441444 h 441444"/>
                <a:gd name="csX3" fmla="*/ 0 w 4810089"/>
                <a:gd name="csY3" fmla="*/ 441444 h 441444"/>
                <a:gd name="csX4" fmla="*/ 0 w 4810089"/>
                <a:gd name="csY4" fmla="*/ 0 h 441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810089" h="441444">
                  <a:moveTo>
                    <a:pt x="0" y="0"/>
                  </a:moveTo>
                  <a:lnTo>
                    <a:pt x="4810089" y="0"/>
                  </a:lnTo>
                  <a:lnTo>
                    <a:pt x="4810089" y="441444"/>
                  </a:lnTo>
                  <a:lnTo>
                    <a:pt x="0" y="44144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10800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/>
                <a:t>2</a:t>
              </a:r>
              <a:r>
                <a:rPr lang="zh-CN" sz="1400" kern="1200"/>
                <a:t>、选择已经建立的地图</a:t>
              </a:r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3970580C-804E-AED3-3288-6594877061DC}"/>
                </a:ext>
              </a:extLst>
            </p:cNvPr>
            <p:cNvSpPr/>
            <p:nvPr/>
          </p:nvSpPr>
          <p:spPr>
            <a:xfrm>
              <a:off x="6226213" y="3389355"/>
              <a:ext cx="4810089" cy="441444"/>
            </a:xfrm>
            <a:custGeom>
              <a:avLst/>
              <a:gdLst>
                <a:gd name="csX0" fmla="*/ 0 w 4810089"/>
                <a:gd name="csY0" fmla="*/ 0 h 441444"/>
                <a:gd name="csX1" fmla="*/ 4810089 w 4810089"/>
                <a:gd name="csY1" fmla="*/ 0 h 441444"/>
                <a:gd name="csX2" fmla="*/ 4810089 w 4810089"/>
                <a:gd name="csY2" fmla="*/ 441444 h 441444"/>
                <a:gd name="csX3" fmla="*/ 0 w 4810089"/>
                <a:gd name="csY3" fmla="*/ 441444 h 441444"/>
                <a:gd name="csX4" fmla="*/ 0 w 4810089"/>
                <a:gd name="csY4" fmla="*/ 0 h 441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810089" h="441444">
                  <a:moveTo>
                    <a:pt x="0" y="0"/>
                  </a:moveTo>
                  <a:lnTo>
                    <a:pt x="4810089" y="0"/>
                  </a:lnTo>
                  <a:lnTo>
                    <a:pt x="4810089" y="441444"/>
                  </a:lnTo>
                  <a:lnTo>
                    <a:pt x="0" y="44144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10800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/>
                <a:t>3</a:t>
              </a:r>
              <a:r>
                <a:rPr lang="zh-CN" sz="1400" kern="1200"/>
                <a:t>、依次自主导航至目标巡检点位，对目标物拍照并存储</a:t>
              </a:r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BE4517FB-6E7C-380D-919E-3FA0FC08E099}"/>
                </a:ext>
              </a:extLst>
            </p:cNvPr>
            <p:cNvSpPr/>
            <p:nvPr/>
          </p:nvSpPr>
          <p:spPr>
            <a:xfrm>
              <a:off x="6226213" y="4016207"/>
              <a:ext cx="4810089" cy="441444"/>
            </a:xfrm>
            <a:custGeom>
              <a:avLst/>
              <a:gdLst>
                <a:gd name="csX0" fmla="*/ 0 w 4810089"/>
                <a:gd name="csY0" fmla="*/ 0 h 441444"/>
                <a:gd name="csX1" fmla="*/ 4810089 w 4810089"/>
                <a:gd name="csY1" fmla="*/ 0 h 441444"/>
                <a:gd name="csX2" fmla="*/ 4810089 w 4810089"/>
                <a:gd name="csY2" fmla="*/ 441444 h 441444"/>
                <a:gd name="csX3" fmla="*/ 0 w 4810089"/>
                <a:gd name="csY3" fmla="*/ 441444 h 441444"/>
                <a:gd name="csX4" fmla="*/ 0 w 4810089"/>
                <a:gd name="csY4" fmla="*/ 0 h 441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810089" h="441444">
                  <a:moveTo>
                    <a:pt x="0" y="0"/>
                  </a:moveTo>
                  <a:lnTo>
                    <a:pt x="4810089" y="0"/>
                  </a:lnTo>
                  <a:lnTo>
                    <a:pt x="4810089" y="441444"/>
                  </a:lnTo>
                  <a:lnTo>
                    <a:pt x="0" y="44144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10800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/>
                <a:t>4</a:t>
              </a:r>
              <a:r>
                <a:rPr lang="zh-CN" sz="1400" kern="1200" dirty="0"/>
                <a:t>、移动过程中实时读取热成像相机、烟雾传感器数据</a:t>
              </a:r>
            </a:p>
          </p:txBody>
        </p: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757DB734-E721-80D8-913E-7D301A909A68}"/>
                </a:ext>
              </a:extLst>
            </p:cNvPr>
            <p:cNvSpPr/>
            <p:nvPr/>
          </p:nvSpPr>
          <p:spPr>
            <a:xfrm>
              <a:off x="6226213" y="4643058"/>
              <a:ext cx="4810089" cy="441444"/>
            </a:xfrm>
            <a:custGeom>
              <a:avLst/>
              <a:gdLst>
                <a:gd name="csX0" fmla="*/ 0 w 4810089"/>
                <a:gd name="csY0" fmla="*/ 0 h 441444"/>
                <a:gd name="csX1" fmla="*/ 4810089 w 4810089"/>
                <a:gd name="csY1" fmla="*/ 0 h 441444"/>
                <a:gd name="csX2" fmla="*/ 4810089 w 4810089"/>
                <a:gd name="csY2" fmla="*/ 441444 h 441444"/>
                <a:gd name="csX3" fmla="*/ 0 w 4810089"/>
                <a:gd name="csY3" fmla="*/ 441444 h 441444"/>
                <a:gd name="csX4" fmla="*/ 0 w 4810089"/>
                <a:gd name="csY4" fmla="*/ 0 h 441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810089" h="441444">
                  <a:moveTo>
                    <a:pt x="0" y="0"/>
                  </a:moveTo>
                  <a:lnTo>
                    <a:pt x="4810089" y="0"/>
                  </a:lnTo>
                  <a:lnTo>
                    <a:pt x="4810089" y="441444"/>
                  </a:lnTo>
                  <a:lnTo>
                    <a:pt x="0" y="44144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10800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/>
                <a:t>5</a:t>
              </a:r>
              <a:r>
                <a:rPr lang="zh-CN" sz="1400" kern="1200" dirty="0"/>
                <a:t>、若检测到火灾，则上报信息并启动灭火程序</a:t>
              </a: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71FBA023-8FA1-38C3-4DD7-A5B56776DC86}"/>
                </a:ext>
              </a:extLst>
            </p:cNvPr>
            <p:cNvSpPr/>
            <p:nvPr/>
          </p:nvSpPr>
          <p:spPr>
            <a:xfrm>
              <a:off x="6226213" y="5269910"/>
              <a:ext cx="4810089" cy="441444"/>
            </a:xfrm>
            <a:custGeom>
              <a:avLst/>
              <a:gdLst>
                <a:gd name="csX0" fmla="*/ 0 w 4810089"/>
                <a:gd name="csY0" fmla="*/ 0 h 441444"/>
                <a:gd name="csX1" fmla="*/ 4810089 w 4810089"/>
                <a:gd name="csY1" fmla="*/ 0 h 441444"/>
                <a:gd name="csX2" fmla="*/ 4810089 w 4810089"/>
                <a:gd name="csY2" fmla="*/ 441444 h 441444"/>
                <a:gd name="csX3" fmla="*/ 0 w 4810089"/>
                <a:gd name="csY3" fmla="*/ 441444 h 441444"/>
                <a:gd name="csX4" fmla="*/ 0 w 4810089"/>
                <a:gd name="csY4" fmla="*/ 0 h 441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810089" h="441444">
                  <a:moveTo>
                    <a:pt x="0" y="0"/>
                  </a:moveTo>
                  <a:lnTo>
                    <a:pt x="4810089" y="0"/>
                  </a:lnTo>
                  <a:lnTo>
                    <a:pt x="4810089" y="441444"/>
                  </a:lnTo>
                  <a:lnTo>
                    <a:pt x="0" y="44144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10800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/>
                <a:t>6</a:t>
              </a:r>
              <a:r>
                <a:rPr lang="zh-CN" sz="1400" kern="1200" dirty="0"/>
                <a:t>、待本次目标物拍照结束，自动返回至起点</a:t>
              </a:r>
            </a:p>
          </p:txBody>
        </p:sp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F03BFB7E-5328-869B-166B-A348E2DAF058}"/>
                </a:ext>
              </a:extLst>
            </p:cNvPr>
            <p:cNvSpPr/>
            <p:nvPr/>
          </p:nvSpPr>
          <p:spPr>
            <a:xfrm>
              <a:off x="6226213" y="5896762"/>
              <a:ext cx="4810089" cy="441444"/>
            </a:xfrm>
            <a:custGeom>
              <a:avLst/>
              <a:gdLst>
                <a:gd name="csX0" fmla="*/ 0 w 4810089"/>
                <a:gd name="csY0" fmla="*/ 0 h 441444"/>
                <a:gd name="csX1" fmla="*/ 4810089 w 4810089"/>
                <a:gd name="csY1" fmla="*/ 0 h 441444"/>
                <a:gd name="csX2" fmla="*/ 4810089 w 4810089"/>
                <a:gd name="csY2" fmla="*/ 441444 h 441444"/>
                <a:gd name="csX3" fmla="*/ 0 w 4810089"/>
                <a:gd name="csY3" fmla="*/ 441444 h 441444"/>
                <a:gd name="csX4" fmla="*/ 0 w 4810089"/>
                <a:gd name="csY4" fmla="*/ 0 h 441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810089" h="441444">
                  <a:moveTo>
                    <a:pt x="0" y="0"/>
                  </a:moveTo>
                  <a:lnTo>
                    <a:pt x="4810089" y="0"/>
                  </a:lnTo>
                  <a:lnTo>
                    <a:pt x="4810089" y="441444"/>
                  </a:lnTo>
                  <a:lnTo>
                    <a:pt x="0" y="44144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108000" lvl="0" indent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/>
                <a:t>7</a:t>
              </a:r>
              <a:r>
                <a:rPr lang="zh-CN" sz="1400" kern="1200" dirty="0"/>
                <a:t>、对目标点位的照片进行识别判断，生成报送信息并上传</a:t>
              </a:r>
            </a:p>
          </p:txBody>
        </p: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882C114-DF95-DC6B-0722-85F68F1C6D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59336" y="1323392"/>
              <a:ext cx="0" cy="18540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77E4EDC3-14ED-4F4F-7E86-DEA86225AC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5636" y="1323392"/>
              <a:ext cx="0" cy="18540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68464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943</TotalTime>
  <Words>763</Words>
  <Application>Microsoft Office PowerPoint</Application>
  <PresentationFormat>宽屏</PresentationFormat>
  <Paragraphs>199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一枚 豆子</dc:creator>
  <cp:lastModifiedBy>一枚 豆子</cp:lastModifiedBy>
  <cp:revision>30</cp:revision>
  <dcterms:created xsi:type="dcterms:W3CDTF">2025-11-18T12:33:35Z</dcterms:created>
  <dcterms:modified xsi:type="dcterms:W3CDTF">2025-12-22T15:25:20Z</dcterms:modified>
</cp:coreProperties>
</file>